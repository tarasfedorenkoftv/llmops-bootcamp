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F8F0E2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/>
        </p:spPr>
      </p:sp>
      <p:sp>
        <p:nvSpPr>
          <p:cNvPr id="27" name="Text 24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2" name="Shape 19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3" name="Shape 20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FEAFE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2026-08-16T12:26:42Z</dcterms:created>
  <dcterms:modified xsi:type="dcterms:W3CDTF">2026-08-16T12:26:42Z</dcterms:modified>
</cp:coreProperties>
</file>