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Safety, guardrails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human-in-the-loop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MaskPii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ризики — три окремі захисти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— це код на межі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26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маскування PII, детект injection-патернів, фільтри — до того, як текст стане частиною промпта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29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спрацювання — подія для лога: скільки разів система відмовила і чому. Без цього ви не знаєте, чи захист працює, чи просто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Injection, jailbreak, витік — не одне й те саме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injection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Jailbreak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Витік даних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2976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468172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Куди їдуть ваші дані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наживо: хто саме відмовив?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нашому стеку відмовив mock: він детектить ignore-instructions патерни незалежно від промпта. Відмова — поведінка системи, зашита механічно, а не добра воля моделі.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проді детект жив би у вхідному guardrail сервісу. Але головний захист інший: навіть якщо переконали модель — прохання про незворотне впаде в чергу і зустрінеться з людиною.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Непрямий injection: інструкція в «даних»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бот не читає зовнішнього контенту — ця поверхня закрита архітектурно. Але правило варто записати вже зараз.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приносить інструмент, — такий самий недовірений вхід, як текст користувача. Guardrail-и стоять і там.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— це архітектура, а не кнопка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22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атака може переконати модель попросити що завгодно — прохання впаде в чергу і зустрінеться з оператором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CEBFB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HITL-гейт — єдина точка виконання в конвеєрі. Рішення з людиною коштує хвилини; рішення без людини може коштувати компанії.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йде через чергу — і що таке HITL-театр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060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60604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0604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4290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4290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34340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472744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Черга є, кнопка є, а людина штампує approve не читаючи. Це не контроль, а затримка перед тією самою дією — і хибне відчуття безпеки в усіх причетних.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56692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81558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Розтин: заявка замість виконання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Approve: виконання живе тільки тут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невідомий id і вже оброблений — обидва чесно відмовляють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MaskPii: маскуй до відправки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23" name="Text 21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заявки: підтвердження не висить вічно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ECEBFB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4038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E9F3EE"/>
          </a:solidFill>
          <a:ln w="19050">
            <a:solidFill>
              <a:srgbClr val="1772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4038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Red-team як регресія, а не як разова вправа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18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1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22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9F3EE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CEBFB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CEBFB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п'ять кроків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отримує відмову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«поверніть гроші» породжує заявку, не тікет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тікет з'являється лише після approve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повторний approve не створює другого тікета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Обидва уроки тижня здаються одним PR. Найбільший тиждень курсу за кількістю механізмів — але кожен ви вже торкнули в лабах.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2026-08-10T16:10:51Z</dcterms:created>
  <dcterms:modified xsi:type="dcterms:W3CDTF">2026-08-10T16:10:51Z</dcterms:modified>
</cp:coreProperties>
</file>