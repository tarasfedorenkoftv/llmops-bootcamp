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Safety, guardrails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human-in-the-loop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8A857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93776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102A20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2A2010"/>
          </a:solidFill>
          <a:ln/>
        </p:spPr>
      </p:sp>
      <p:sp>
        <p:nvSpPr>
          <p:cNvPr id="28" name="Text 25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2A2010"/>
          </a:solidFill>
          <a:ln/>
        </p:spPr>
      </p:sp>
      <p:sp>
        <p:nvSpPr>
          <p:cNvPr id="18" name="Text 15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1C1140"/>
          </a:solidFill>
          <a:ln/>
        </p:spPr>
      </p:sp>
      <p:sp>
        <p:nvSpPr>
          <p:cNvPr id="22" name="Text 19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6418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22" name="Text 19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0" name="Shape 17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1C1140"/>
          </a:solidFill>
          <a:ln/>
        </p:spPr>
      </p:sp>
      <p:sp>
        <p:nvSpPr>
          <p:cNvPr id="21" name="Text 18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4" name="Shape 21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2A2010"/>
          </a:solidFill>
          <a:ln/>
        </p:spPr>
      </p:sp>
      <p:sp>
        <p:nvSpPr>
          <p:cNvPr id="27" name="Text 24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1C1140"/>
          </a:solidFill>
          <a:ln/>
        </p:spPr>
      </p:sp>
      <p:sp>
        <p:nvSpPr>
          <p:cNvPr id="31" name="Text 28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2E1418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3776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93792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id і вже оброблений — обидва чесно відмовляють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2" name="Shape 19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3" name="Shape 20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A2010"/>
          </a:solidFill>
          <a:ln/>
        </p:spPr>
      </p:sp>
      <p:sp>
        <p:nvSpPr>
          <p:cNvPr id="23" name="Text 20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1C1140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C9A6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102A20"/>
          </a:solidFill>
          <a:ln w="19050">
            <a:solidFill>
              <a:srgbClr val="5FD6A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C9A6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2A2010"/>
          </a:solidFill>
          <a:ln w="19050">
            <a:solidFill>
              <a:srgbClr val="E8A85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18" name="Text 15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22" name="Text 19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2E1418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2E1418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2E1418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2A201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A201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2026-08-16T15:39:52Z</dcterms:created>
  <dcterms:modified xsi:type="dcterms:W3CDTF">2026-08-16T15:39:52Z</dcterms:modified>
</cp:coreProperties>
</file>