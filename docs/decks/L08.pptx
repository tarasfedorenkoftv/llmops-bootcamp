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Теми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 користувача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2140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24942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54203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injection-детект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0416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41696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740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6227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78821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 перед незворотним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80236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993038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101681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102229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46" name="Text 43"/>
          <p:cNvSpPr/>
          <p:nvPr/>
        </p:nvSpPr>
        <p:spPr>
          <a:xfrm>
            <a:off x="786384" y="458114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5412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Темі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114800"/>
            <a:ext cx="32918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114800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ти…»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9502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0782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3159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3708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детект / поведінка mock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410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6690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9067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9616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відмова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1318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2598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94975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95524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 +1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66928" y="48920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2760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Теми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2026-09-08T09:13:57Z</dcterms:created>
  <dcterms:modified xsi:type="dcterms:W3CDTF">2026-09-08T09:13:57Z</dcterms:modified>
</cp:coreProperties>
</file>