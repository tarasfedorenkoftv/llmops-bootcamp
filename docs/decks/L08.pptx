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guardrails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окремі захисти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це код на межі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PII, детект injection-патернів, фільтри — до того, як текст стане частиною промпта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9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спрацювання — подія для лога: скільки разів система відмовила і чому. Без цього ви не знаєте, чи захист працює, чи просто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jailbreak, витік — не одне й те саме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Jailbreak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Витік даних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68172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їдуть ваші дані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наживо: хто саме відмовив?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нашому стеку відмовив mock: він детектить ignore-instructions патерни незалежно від промпта. Відмова — поведінка системи, зашита механічно, а не добра воля моделі.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проді детект жив би у вхідному guardrail сервісу. Але головний захист інший: навіть якщо переконали модель — прохання про незворотне впаде в чергу і зустрінеться з людиною.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injection: інструкція в «даних»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бот не читає зовнішнього контенту — ця поверхня закрита архітектурно. Але правило варто записати вже зараз.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приносить інструмент, — такий самий недовірений вхід, як текст користувача. Guardrail-и стоять і там.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це архітектура, а не кнопка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 може переконати модель попросити що завгодно — прохання впаде в чергу і зустрінеться з оператором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HITL-гейт — єдина точка виконання в конвеєрі. Рішення з людиною коштує хвилини; рішення без людини може коштувати компанії.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йде через чергу — і що таке HITL-театр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434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72744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Черга є, кнопка є, а людина штампує approve не читаючи. Це не контроль, а затримка перед тією самою дією — і хибне відчуття безпеки в усіх причетних.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заявка замість виконання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виконання живе тільки тут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Черга в пам'яті — межа навчального контуру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6616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6616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438912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38912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28523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4132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669280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MaskPii: маскуй до відправки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заявки: підтвердження не висить вічно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CEBFB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регресія, а не як разова вправа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2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родини прямого injection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9E9E8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9E9E8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9E9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2026-08-10T18:29:05Z</dcterms:created>
  <dcterms:modified xsi:type="dcterms:W3CDTF">2026-08-10T18:29:05Z</dcterms:modified>
</cp:coreProperties>
</file>