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8F72E6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8F72E6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8F72E6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Safety, guardrails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human-in-the-loop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80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80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80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493776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66160"/>
            <a:ext cx="4754880" cy="786384"/>
          </a:xfrm>
          <a:prstGeom prst="roundRect">
            <a:avLst>
              <a:gd name="adj" fmla="val 11628"/>
            </a:avLst>
          </a:prstGeom>
          <a:solidFill>
            <a:srgbClr val="06180F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0" y="3959352"/>
            <a:ext cx="117043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7" name="Shape 24"/>
          <p:cNvSpPr/>
          <p:nvPr/>
        </p:nvSpPr>
        <p:spPr>
          <a:xfrm>
            <a:off x="6858000" y="3566160"/>
            <a:ext cx="4773168" cy="786384"/>
          </a:xfrm>
          <a:prstGeom prst="roundRect">
            <a:avLst>
              <a:gd name="adj" fmla="val 11628"/>
            </a:avLst>
          </a:prstGeom>
          <a:solidFill>
            <a:srgbClr val="0B1A38"/>
          </a:solidFill>
          <a:ln/>
        </p:spPr>
      </p:sp>
      <p:sp>
        <p:nvSpPr>
          <p:cNvPr id="28" name="Text 25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66928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1A0808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7" name="Shape 14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B1A38"/>
          </a:solidFill>
          <a:ln/>
        </p:spPr>
      </p:sp>
      <p:sp>
        <p:nvSpPr>
          <p:cNvPr id="18" name="Text 15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1" name="Shape 18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1A0B3D"/>
          </a:solidFill>
          <a:ln/>
        </p:spPr>
      </p:sp>
      <p:sp>
        <p:nvSpPr>
          <p:cNvPr id="22" name="Text 19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06180F"/>
          </a:solidFill>
          <a:ln/>
        </p:spPr>
      </p:sp>
      <p:sp>
        <p:nvSpPr>
          <p:cNvPr id="24" name="Text 21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6418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0" name="Shape 17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1A0B3D"/>
          </a:solidFill>
          <a:ln/>
        </p:spPr>
      </p:sp>
      <p:sp>
        <p:nvSpPr>
          <p:cNvPr id="21" name="Text 18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4" name="Shape 21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6180F"/>
          </a:solidFill>
          <a:ln/>
        </p:spPr>
      </p:sp>
      <p:sp>
        <p:nvSpPr>
          <p:cNvPr id="25" name="Text 22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B1A38"/>
          </a:solidFill>
          <a:ln/>
        </p:spPr>
      </p:sp>
      <p:sp>
        <p:nvSpPr>
          <p:cNvPr id="27" name="Text 24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30" name="Shape 27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1A0B3D"/>
          </a:solidFill>
          <a:ln/>
        </p:spPr>
      </p:sp>
      <p:sp>
        <p:nvSpPr>
          <p:cNvPr id="31" name="Text 28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493776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93792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id і вже оброблений — обидва чесно відмовляють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1A0B3D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7" name="Shape 14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06180F"/>
          </a:solidFill>
          <a:ln/>
        </p:spPr>
      </p:sp>
      <p:sp>
        <p:nvSpPr>
          <p:cNvPr id="18" name="Text 15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1A0808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2" name="Shape 19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3" name="Shape 20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1A0B3D"/>
          </a:solidFill>
          <a:ln w="19050">
            <a:solidFill>
              <a:srgbClr val="A98B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A98B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A98BFF"/>
          </a:solidFill>
          <a:ln/>
        </p:spPr>
      </p:sp>
      <p:sp>
        <p:nvSpPr>
          <p:cNvPr id="14" name="Text 11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06180F"/>
          </a:solidFill>
          <a:ln w="19050">
            <a:solidFill>
              <a:srgbClr val="3FCF8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A98B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A98BFF"/>
          </a:solidFill>
          <a:ln/>
        </p:spPr>
      </p:sp>
      <p:sp>
        <p:nvSpPr>
          <p:cNvPr id="20" name="Text 17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0B1A38"/>
          </a:solidFill>
          <a:ln w="19050">
            <a:solidFill>
              <a:srgbClr val="6BA0F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7" name="Shape 14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1" name="Shape 18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A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000000"/>
          </a:solidFill>
          <a:ln w="19050">
            <a:solidFill>
              <a:srgbClr val="A98B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2026-08-17T08:18:44Z</dcterms:created>
  <dcterms:modified xsi:type="dcterms:W3CDTF">2026-08-17T08:18:44Z</dcterms:modified>
</cp:coreProperties>
</file>