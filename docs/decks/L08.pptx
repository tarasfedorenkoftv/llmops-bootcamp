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Теми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надмірна обережність: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243584" y="53400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243584" y="5596128"/>
            <a:ext cx="10168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492404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4924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5138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6418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3036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93776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193792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48280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58584" y="437997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958584" y="4636008"/>
            <a:ext cx="4453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Теми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2026-09-07T21:54:40Z</dcterms:created>
  <dcterms:modified xsi:type="dcterms:W3CDTF">2026-09-07T21:54:40Z</dcterms:modified>
</cp:coreProperties>
</file>