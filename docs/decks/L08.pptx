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Safety, guardrails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human-in-the-loop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6418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93776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193792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заявку споживає approve — повтору немає що захопити; «вже виконано» і «не існувало» нерозрізненні, щоб не давати оракул перебору id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Shape 20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149194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1491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2026-08-18T16:10:23Z</dcterms:created>
  <dcterms:modified xsi:type="dcterms:W3CDTF">2026-08-18T16:10:23Z</dcterms:modified>
</cp:coreProperties>
</file>