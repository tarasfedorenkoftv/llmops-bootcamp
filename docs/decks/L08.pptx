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7254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200902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63600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273336" y="3959352"/>
            <a:ext cx="1383496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63600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604759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09270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2357</Words>
  <Application>Microsoft Office PowerPoint</Application>
  <PresentationFormat>Widescreen</PresentationFormat>
  <Paragraphs>426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Taras Fedorenko</cp:lastModifiedBy>
  <cp:revision>3</cp:revision>
  <dcterms:created xsi:type="dcterms:W3CDTF">2026-08-19T12:47:02Z</dcterms:created>
  <dcterms:modified xsi:type="dcterms:W3CDTF">2026-08-20T15:37:05Z</dcterms:modified>
</cp:coreProperties>
</file>