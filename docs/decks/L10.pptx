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8F72E6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8F72E6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8F72E6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eval suite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0" name="Shape 17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6180F"/>
          </a:solidFill>
          <a:ln/>
        </p:spPr>
      </p:sp>
      <p:sp>
        <p:nvSpPr>
          <p:cNvPr id="21" name="Text 18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1A0808"/>
          </a:solidFill>
          <a:ln/>
        </p:spPr>
      </p:sp>
      <p:sp>
        <p:nvSpPr>
          <p:cNvPr id="23" name="Text 20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1A0B3D"/>
          </a:solidFill>
          <a:ln/>
        </p:spPr>
      </p:sp>
      <p:sp>
        <p:nvSpPr>
          <p:cNvPr id="25" name="Text 22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8" name="Shape 25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06180F"/>
          </a:solidFill>
          <a:ln/>
        </p:spPr>
      </p:sp>
      <p:sp>
        <p:nvSpPr>
          <p:cNvPr id="29" name="Text 26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1846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A0B3D"/>
          </a:solidFill>
          <a:ln/>
        </p:spPr>
      </p:sp>
      <p:sp>
        <p:nvSpPr>
          <p:cNvPr id="12" name="Text 9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A0B3D"/>
          </a:solidFill>
          <a:ln/>
        </p:spPr>
      </p:sp>
      <p:sp>
        <p:nvSpPr>
          <p:cNvPr id="16" name="Text 13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A0B3D"/>
          </a:solidFill>
          <a:ln/>
        </p:spPr>
      </p:sp>
      <p:sp>
        <p:nvSpPr>
          <p:cNvPr id="20" name="Text 17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A0B3D"/>
          </a:solidFill>
          <a:ln/>
        </p:spPr>
      </p:sp>
      <p:sp>
        <p:nvSpPr>
          <p:cNvPr id="24" name="Text 21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06180F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3FCF8E"/>
          </a:solidFill>
          <a:ln/>
        </p:spPr>
      </p:sp>
      <p:sp>
        <p:nvSpPr>
          <p:cNvPr id="15" name="Shape 12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3FCF8E"/>
          </a:solidFill>
          <a:ln/>
        </p:spPr>
      </p:sp>
      <p:sp>
        <p:nvSpPr>
          <p:cNvPr id="16" name="Shape 13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06180F"/>
          </a:solidFill>
          <a:ln/>
        </p:spPr>
      </p:sp>
      <p:sp>
        <p:nvSpPr>
          <p:cNvPr id="17" name="Shape 14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3FCF8E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3FCF8E"/>
          </a:solidFill>
          <a:ln/>
        </p:spPr>
      </p:sp>
      <p:sp>
        <p:nvSpPr>
          <p:cNvPr id="19" name="Shape 16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06180F"/>
          </a:solidFill>
          <a:ln/>
        </p:spPr>
      </p:sp>
      <p:sp>
        <p:nvSpPr>
          <p:cNvPr id="20" name="Shape 17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3FCF8E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3FCF8E"/>
          </a:solidFill>
          <a:ln/>
        </p:spPr>
      </p:sp>
      <p:sp>
        <p:nvSpPr>
          <p:cNvPr id="22" name="Shape 19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06180F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3FCF8E"/>
          </a:solidFill>
          <a:ln/>
        </p:spPr>
      </p:sp>
      <p:sp>
        <p:nvSpPr>
          <p:cNvPr id="24" name="Shape 21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3FCF8E"/>
          </a:solidFill>
          <a:ln/>
        </p:spPr>
      </p:sp>
      <p:sp>
        <p:nvSpPr>
          <p:cNvPr id="25" name="Shape 22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06180F"/>
          </a:solidFill>
          <a:ln/>
        </p:spPr>
      </p:sp>
      <p:sp>
        <p:nvSpPr>
          <p:cNvPr id="26" name="Shape 23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3FCF8E"/>
          </a:solidFill>
          <a:ln/>
        </p:spPr>
      </p:sp>
      <p:sp>
        <p:nvSpPr>
          <p:cNvPr id="27" name="Shape 24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3FCF8E"/>
          </a:solidFill>
          <a:ln/>
        </p:spPr>
      </p:sp>
      <p:sp>
        <p:nvSpPr>
          <p:cNvPr id="28" name="Shape 25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A0808"/>
          </a:solidFill>
          <a:ln/>
        </p:spPr>
      </p:sp>
      <p:sp>
        <p:nvSpPr>
          <p:cNvPr id="29" name="Shape 26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1" name="Text 28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8" name="Text 15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6" name="Text 23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66928" y="4343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000000"/>
          </a:solidFill>
          <a:ln w="19050">
            <a:solidFill>
              <a:srgbClr val="A98B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2026-08-17T08:18:45Z</dcterms:created>
  <dcterms:modified xsi:type="dcterms:W3CDTF">2026-08-17T08:18:45Z</dcterms:modified>
</cp:coreProperties>
</file>