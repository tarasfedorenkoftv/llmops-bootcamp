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«Ніби норм» — це настрій, а не перевірка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 — контракт поведінки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29768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681728"/>
            <a:ext cx="10625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— це не відчуття, а перелік тверджень, які можна перевірити. Що не потрапило в датасет — того контракт не обіцяє, і воно зламається мовчки.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Репрезентативність важливіша за кількість: 20 правильних кейсів корисніші за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Звідки репрезентативність — і як писати очікування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9E9E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кейсів = специфікація п'яти тижнів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Найкоштовніший баг — кейс, що зеленіє без причини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Звідки беруться кейси — і скільки їх треба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468172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grader: дешево і детерміновано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Runner: число для людини, exit code для машин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30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Поріг: чому не 100%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9280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13232" y="263164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5968" y="1783080"/>
            <a:ext cx="73152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17136" y="2468880"/>
            <a:ext cx="69128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 моделі робить сотку крихкою: один мигаючий кейс — і команда починає ігнорувати червоне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2900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2900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9709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19709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19709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Правило: поріг N−1 при малих наборах, далі — відсоток із округленням угору. Safety-кейси не мають права падати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сама регресія — тепер командою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Регресія, яку на уроці 2 ви ловили очима, тепер ловиться командою — і на тижні 6 ловитиметься автоматично на кожен PR.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додасть недетермінізм: кейс, що мигає, — сигнал переписати очікування, а не перезапускати «поки не позеленіє».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LLM-as-judge: два цінники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Ріст датасету: «полагодили» і «злякалися»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тригери, за якими датасет росте сам собою: щойно щось полагодили — кейс; щойно за щось злякалися на демо — кейс. Обидва займають хвилину, поки все свіже.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CEB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Датасет, який не росте, старіє разом із продуктом: через квартал він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2026-08-10T19:13:47Z</dcterms:created>
  <dcterms:modified xsi:type="dcterms:W3CDTF">2026-08-10T19:13:47Z</dcterms:modified>
</cp:coreProperties>
</file>