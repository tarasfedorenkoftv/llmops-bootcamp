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«маленька правка»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деплою немає · HTTP 200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мовчить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стали іншими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ніхто не сповістив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eval-прогін: червоне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число, а не настрій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47091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09320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Теми 1 — «хто помітить, що відповіді стали гіршими?». Метрики Теми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1846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FAQ-інтенти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675888" y="3579693"/>
            <a:ext cx="4023360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927848" y="35204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39593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замовлення · статуси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675888" y="4018605"/>
            <a:ext cx="1149531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927848" y="39593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66928" y="4398264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ескалації · дії · атаки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675888" y="4457517"/>
            <a:ext cx="574766" cy="210678"/>
          </a:xfrm>
          <a:prstGeom prst="roundRect">
            <a:avLst>
              <a:gd name="adj" fmla="val 21701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927848" y="43982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«хвіст» — зі страхів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0154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015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поріг 100% крихким: один нестабільний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Теми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системи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rule-based: expect / forbid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безкоштовно, детерміновано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judge: виклик моделі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і різний вердикт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калібрування на розмічених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тоді довіряти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6634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474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66928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1558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35707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5707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32369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349300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у Темі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живі плитки консолі з Теми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Теми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У наступній темі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2026-09-08T09:13:58Z</dcterms:created>
  <dcterms:modified xsi:type="dcterms:W3CDTF">2026-09-08T09:13:58Z</dcterms:modified>
</cp:coreProperties>
</file>