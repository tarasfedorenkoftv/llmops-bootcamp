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102A20"/>
          </a:solidFill>
          <a:ln/>
        </p:spPr>
      </p:sp>
      <p:sp>
        <p:nvSpPr>
          <p:cNvPr id="21" name="Text 18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2E1418"/>
          </a:solidFill>
          <a:ln/>
        </p:spPr>
      </p:sp>
      <p:sp>
        <p:nvSpPr>
          <p:cNvPr id="23" name="Text 20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1C1140"/>
          </a:solidFill>
          <a:ln/>
        </p:spPr>
      </p:sp>
      <p:sp>
        <p:nvSpPr>
          <p:cNvPr id="25" name="Text 22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8" name="Shape 25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2E1418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16" name="Text 13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4" name="Text 21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2A201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5" name="Shape 12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6" name="Shape 13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9" name="Shape 16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2" name="Shape 19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4" name="Shape 21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5" name="Shape 22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6" name="Shape 23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7" name="Shape 24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8" name="Shape 25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2E1418"/>
          </a:solidFill>
          <a:ln/>
        </p:spPr>
      </p:sp>
      <p:sp>
        <p:nvSpPr>
          <p:cNvPr id="29" name="Shape 26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1" name="Text 28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2A2010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2E1418"/>
          </a:solidFill>
          <a:ln/>
        </p:spPr>
      </p:sp>
      <p:sp>
        <p:nvSpPr>
          <p:cNvPr id="36" name="Text 33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102A20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6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2026-08-16T21:08:21Z</dcterms:created>
  <dcterms:modified xsi:type="dcterms:W3CDTF">2026-08-16T21:08:21Z</dcterms:modified>
</cp:coreProperties>
</file>