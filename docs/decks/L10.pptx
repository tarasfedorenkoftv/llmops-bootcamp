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eval suite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5" name="Shape 12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6" name="Shape 13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7" name="Shape 14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9" name="Shape 16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3" name="Shape 20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6" name="Shape 23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9" name="Shape 26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Shape 28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2" name="Text 29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2026-08-19T12:47:02Z</dcterms:created>
  <dcterms:modified xsi:type="dcterms:W3CDTF">2026-08-19T12:47:02Z</dcterms:modified>
</cp:coreProperties>
</file>