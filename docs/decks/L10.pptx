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десятому уроці — другому уроці тижня observability + evals. Минулого разу ми навчили систему відповідати на питання «що відбувається» — метрики, консоль, розслідування. Сьогодні закриваємо друге питання тижня: «чи не стало гірше». «Я потикав у чат — ніби норм» — це не перевірка якості, це настрій. Сьогодні якість стає числом: golden dataset як письмовий контракт поведінки системи, rule-based grader'и, поріг і exit code. Кульмінація уроку — момент, заради якого все будувалося: регресію промпта, яку на другому уроці ви бачили очима — rollback на v1, бот каже «не знаю», — наприкінці цього уроку зловить одна команда з термінала. Однаково, щоразу, за секунди. А наступного тижня цей самий прогін стане гейтом у CI, який фізично не пустить регресію в main. Поїхали.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прогнати eval suite з термінала і прочитати обидва його виходи — число для людини і exit code для машин; пояснити кожен із шести кейсів golden.jsonl і сказати, який тиждень курсу перевіряє кожен; зламати промпт навмисно і зловити регресію командою — червоний прогін, відкат, зелений; додати власні кейси, позитивний і негативний, і перерахувати поріг — розуміючи чому; перевірити датасет на фальш-позитиви прогоном із повністю зламаним провайдером — має впасти все; і пояснити, коли потрібен LLM-as-judge і чому він не безкоштовний. Кожен пункт ви перевірите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чому «потикав у чат» — не перевірка, і звідки беруться регресії, коли ніхто нічого не деплоїв. Далі — серце уроку: golden dataset як контракт поведінки, три види очікувань, розтин шести стартових кейсів — і чесна розмова про те, звідки кейси беруться і скільки їх треба. Потім механіка: rule-based grader на десять рядків, runner з exit code і поріг як інженерне рішення — з його чесною сліпою плямою. Кульмінація — блок 08: ламаємо промпт і ловимо регресію командою, та сама історія з уроку 2, тепер без очей. Опційний блок — LLM-as-judge: що робити там, де правила безсилі, і чому він не в обов'язковій доріжці. Наприкінці — як датасет росте далі, лабораторна «зламай і злови», антипатерни і ДЗ тижня 5, яке здається одним PR за обидва уроки.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Golden dataset — набір кейсів, на яких ви перевіряєте поведінку системи; кожен кейс це вхід плюс очікування. Expect — що мусить бути у відповіді; forbid — чого бути не має; expect_refusal — очікуємо відмову, це наші red-team кейси з уроку 8. Grader — код, який вирішує, чи кейс пройшов; у нас він на правилах, тобто безкоштовний і детермінований. Поріг — скільки кейсів має пройти, щоб прогін вважався зеленим. Exit code — нуль або одиниця, якою прогін розмовляє з машинами: саме її на тижні 6 читатиме CI. І LLM-as-judge — оцінювання відповіді іншою моделлю: опційна доріжка, у якої два цінники — гроші й недетермінізм.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 ви дізнаєтесь, що зміна промпта нічого не зламала? У більшості команд — ніяк. Хтось клацає три питання в чаті, дивиться «ніби ок» і мержить. Проблема навіть не в лінощах: ручна перевірка принципово не повторювана. Сьогодні ви перевірили одні питання, завтра інші, післязавтра — забули перевірити взагалі. Той самий промпт може пройти перевірку в понеділок і провалити в середу — залежно від того, хто і що клацнув. А змінюється LLM-система з трьох боків одразу. Ваш промпт — найчастіше. Ваш код — routing, guardrails, кеш, усе впливає на відповіді. І чужа модель: провайдер оновив версію — і поведінка попливла без жодної дії з вашого боку. Три джерела регресій — і нуль повторюваних перевірок. Без вимірювання ви дізнаєтеся про проблему звідти ж, звідки завжди: від користувачів. На уроці 2 ми бачили це наживо: rollback промпта на v1 — і бот каже «не знаю». Тоді ви дивилися на регресію. Сьогодні будуємо механізм, який ловить її — однаково, щоразу, за секунди. І зв'язка з минулим уроком: метрики кажуть «щось не так» — error rate, fallback. Eval каже «що саме не так» — які поведінки зламалися. Разом вони закривають вимір «якість» повністю.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Основа механізму — набір кейсів, кожен з яких фіксує один шматочок очікуваної поведінки: вхід плюс очікування. Очікування бувають трьох видів. Expect — що мусить бути у відповіді: ключові слова, факти. Forbid — чого бути не має: «не знаю» на типове питання — провал. І expect_refusal — очікуємо відмову: це наші red-team кейси з уроку 8. Разом ці кейси — не тести в звичному сенсі, а контракт поведінки: письмова фіксація того, що система обіцяє користувачам. І важлива теза про розмір: репрезентативність важливіша за кількість. Типові питання, ескалації, tool-сценарії, атаки — по кілька кожного виду. 10–20 влучних кейсів дають більше, ніж 200 випадкових: випадкові перевіряють одне й те саме десятьма способами і мовчать про решту. Звідси принцип, який тримає весь урок: якість — це не відчуття, а перелік тверджень, які можна перевірити. Що не потрапило в датасет — того контракт не обіцяє, і воно зламається мовчки. Тому питання «що додати в golden dataset» — це насправді питання «що ми обіцяємо користувачам».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брати «репрезентативність», щоб не вигадувати за столом? З двох джерел, і обидва у вас уже є. Перше — лог: топ реальних інтентів вашого трафіку і є список того, що варто закрити кейсами насамперед. Кеш-аналіз з уроку 5 цю роботу фактично зробив. Друге — страхи: сценарії, поломка яких коштує найдорожче — ескалації, дії, атаки, — навіть якщо в трафіку їх частка мала. Хороший датасет — це «голова» розподілу плюс «хвіст» ризиків; усе, що між ними, дає менше захисту на кейс. І про форму очікувань. Пишіть expect на суть, а не на форму. Кейс, який очікує цілу фразу — «надішліть запит на email підтримки», — зламається від першого ж безневинного перефразування і привчить вас ігнорувати червоне. Ключове слово — «email» — переживає будь-яку редакцію відповіді, що зберігає зміст. Запам'ятайте цю фразу: над-специфіковані кейси — найчастіша причина флейків у rule-based наборах. Ми ще повернемося до неї, коли говоритимемо про стабільність.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Відкрийте evals/golden.jsonl — весь стартовий контракт уміщається на екран. Шість рядків JSONL. Прочитайте його як специфікацію системи, побудованої за п'ять тижнів. Faq-кейси перевіряють базову якість відповідей — і вони чутливі до промпта: саме вони червоніють після rollback. Order-1 перевіряє, що tool-виклик працює і результат потрапляє у відповідь — тиждень 3. Refund-1 — що ескалація народжує тікет через approvals — тижні 2 і 4. Safety-1 — що injection отримує відмову — тиждень 4, урок 8. Caps-1 — знову базова якість і чутливість до промпта. Один рядок JSONL — один урок курсу. І зверніть увагу на формат: він навмисно простий. JSONL читається людиною, діфається в PR і не потребує жодного інструмента. Контракт поведінки лежить у репозиторії поруч із кодом — і його зміни проходять те саме рев'ю, що й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Найкоштовніший баг золотого набору — не той кейс, що падає без причини, а той, що зеленіє без причини: кейс, який проходить під час повного збою. Приклад із цього самого курсу. Коли ми додали кейс на подяку — «Дякую!» з очікуванням «будь ласка», — він почав проходити навіть тоді, коли лежало все. Чому? Бо ввічлива заглушка деградації звучить «Вибачте, тимчасові проблеми… Спробуйте, будь ласка, трохи згодом». Слово «будь ласка» є в заглушці — кейс зелений при мертвому провайдері. Датасет казав «1 з 10», а мав казати «0 з 10». Лікування механічне. У кожен кейс, чиє expect може випадково зустрітися у вашій заглушці, додайте forbid з фрагментом тексту цієї заглушки. І перевірка, яку варто зробити один раз і назавжди: проженіть весь набір при штучно повністю зламаному провайдері — маркер __fail_503 у кожному кейсі. Має впасти все. Якщо хоч один кейс зелений — він не перевіряє нічого. Цю перевірку ви зробите в лабі, а в чек-листі уроку вона стоїть як обов'язкова умова: фальш-позитивів у наборі немає.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Найчастіше питання після «навіщо golden dataset» — «а де взяти кейси». Відповідь «придумати» дає найгірший можливий датасет: придумані кейси перевіряють те, що ви й так уявляєте, а система ламається на тому, чого ви не уявляли. Робочі джерела, у порядку цінності. Реальні звернення зі саппорту чи лога — формулювання, яких ви не вигадали б: із помилками, сленгом, двома питаннями в одному; це і є ваш справжній трафік. Кожен інцидент — рівно один кейс: гарантія, що та сама поломка не повториться тихо; найдешевший спосіб перетворити біль на актив. Кожне «ой» на демо — межові випадки, які знаходить свіже око; такі речі забуваються за годину. І негативні кейси — injection, відмови, заборонені обіцянки: саме тут регресії найдорожчі й найтихіші. Скільки їх треба? Не «якомога більше», а «щоб покривалися класи поломок, які вас лякають». Шість кейсів, що ловлять шість різних класів, кращі за шістдесят варіацій одного питання. Практичний спосіб перевірити покриття — зламати систему навмисно: приберіть маркер із промпта, відключіть інструмент, зіпсуйте маршрутизацію. Кожна така поломка мусить когось повалити. Лишився зеленим — у вас діра, і кількість кейсів ні до чого. І одна деталь про стабільність: eval — не юніт-тест, під ним недетермінована модель. Кейс, який «мигає», — це дефект кейса, а не привід ігнорувати червоне: очікування занадто вузьке або питання неоднозначне. Лікується переписуванням кейса, а не перезапуском прогону.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Хто вирішує «пройшов/не пройшов»? У ядрі курсу — функція на десять рядків. Читаємо. Якщо кейс очікує відмову — шукаємо refusal-маркери: «не можу», cannot, refuse. Зверніть увагу на коментар: «вибачте» зі списку прибрано, бо воно є і в заглушці graceful degradation — refusal-кейс проходив би навіть під час повного outage. Це жива ілюстрація пастки з блоку 03, прямо в коді. Далі expect: кожне ключове слово мусить бути у відповіді — нема хоч одного, кейс упав. Потім forbid: знайшли заборонене — упав. Усе. Сильні сторони rule-based підходу — рівно ті, що потрібні для гейта. Він безкоштовний: жодного токена. Детермінований: той самий вхід — той самий вердикт, завжди. І працює на mock. Його чесна межа: він перевіряє «є/нема», а не «наскільки добре сказано». «Відповідь містить слово email» — так; «відповідь ввічлива і не заплутує» — це вже не до нього, про це опційний блок про LLM-as-judge. Для контракту поведінки цієї межі зазвичай досить: більшість регресій, які болять, — це «перестало містити суть» або «почало містити заборонене», і обидві ловляться ключовими словами. І прямо тому grader перевіряє наявність ключових слів, а не рівність рядків — це єдиний спосіб отримати повторюваність там, де відповідь щоразу трохи інша.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Решта run.py — чесний цикл без магії: прочитати кейси, зробити POST у /chat — той самий ендпоінт, у який пише консоль, жодного «тестового режиму», — оцінити grader'ом і порахувати. Два виходи, і обидва важливі. Число — «5/6 passed» — для людини: видно, що саме впало, у виводі поруч перші 60 символів кожної відповіді. Exit code — для машин: 0 — зелено, 1 — червоно. Саме exit code перетворює перевірку якості з ритуалу на будівельний блок: його розуміє шел, Docker, будь-який CI. Наступного тижня цей нуль-або-один стане гейтом, який фізично не пустить регресію в main. Зверніть увагу і на те, чого в runner'і немає: браузера, скріншотів, очей. Прогін працює в терміналі за секунди — тому його можна запускати після кожної правки, а не «перед релізом». Це і є відповідь на неповторюваність ручної перевірки з блоку 01: перевірка, що коштує секунди, виконується завжди; перевірка, що коштує пів години клацання, — ніколи.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Скільки «пройшло» достатньо для зеленого? Здається, відповідь очевидна — всі. Але подумайте, що означає поріг «6 з 6» операційно: один флейковий кейс — тимчасовий збій, невдале формулювання, зміна в mock — і всі релізи стоять. Перфекціонізм у порозі обертається тим, що червоний прогін перестають сприймати як подію: «а, це знову той кейс». Для нашого набору розумний дефолт — 5 з 6. Чому саме так: регресія промпта валить одразу три промпто-чутливі кейси — faq-1, faq-2, caps-1 — і пробиває поріг гарантовано, а одиничний флейк — ні. Загальні правила порога. Перше: поріг має ловити класи поломок, які вас лякають, — перевірте: зламайте — пробиває? Друге: поріг росте разом із датасетом. Додали кейси — перерахуйте: після ДЗ тижня 5 у вашому наборі буде близько десяти кейсів і поріг 9 — правило N мінус один. Третє: зміна порогу — це теж реліз, з рев'ю і поясненням чому. І практична пастка: поріг живе у двох місцях — у команді локального прогону і в CI-workflow, файл eval-gate.yml. Розширили датасет — оновіть обидва, інакше гейт тижня 6 лишиться з порогом під старий набір і мовчки терпітиме регресії.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Момент, заради якого все будувалося. Згадайте урок 2: rollback на v1, бот каже «не знаю», ви бачите це очима. Тепер той самий сценарій — через eval. Прогін на здоровій системі: шість із шести, поріг 5, зелено. Активуємо «погану» версію промпта — v1. Прогін: faq-кейси падають з «не знаю», три з шести, ЧЕРВОНО, exit code 1. Відкат на v2 — і знову шість із шести. Відчуйте різницю в надійності: «я подивився, ніби ок» проти «6 з 6, поріг 5, exit code 0». Перше залежить від того, хто дивився і чи не поспішав. Друге — однакове для стажера, тімліда і CI-раннера о третій ночі. І це працює на mock без жодного ключа: mock відповідає по-різному залежно від промпта, отже регресія промпта міняє відповіді, отже grader її ловить. Механіка контуру повністю бойова. Одна чесна відмінність, яку принесе реальний ключ: mock детермінований, жива модель — ні. Той самий кейс може пройти вранці й впасти ввечері просто тому, що модель сформулювала відповідь інакше. Інструменти проти цього відомі: мінімальна температура для eval-прогонів і очікування на суть замість форми. А якщо кейс усе одно миготить — це сигнал переглянути його очікування, а не перезапускати прогін, «поки не позеленіє». Флейк, який терплять, коштує дорожче за кейс, який переписали. І флейк не завжди винна модель — інколи шумить середовище. У мене був випадок із CI-гейтами: перевірки, чутливі до навантаження, падали не через регресії, а через те, що спільний CI-раннер був зайнятий чужими збірками. Лікування — не перезапуск: брати мінімум з K прогонів і давати чутливим тестам реалістичні таймаути. Перш ніж звинувачувати недетермінізм моделі, перевірте, чи детерміноване ваше власне середовище.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блок. Що робити там, де правила безсилі? «Відповідь спирається на надані факти, а не вигадує?» — faithfulness. «Тон ввічливий?» «Яка з двох версій промпта відповідає краще?» Ключовими словами це не перевіриш. Для таких питань є model-based підхід: інша модель читає відповідь і виносить вердикт за заданими критеріями. Але в judge два цінники, про які часто забувають. Перший — гроші: judge-виклики — це реальні токени, і правило з уроку 4 — «рахується все, що ходить у модель» — стосується їх у повний зріст. Облік із міткою, інакше перевірка якості тихо стане другою статтею витрат. Другий — недетермінованість: judge сам є LLM, тобто той самий вхід може отримати різний вердикт. Для гейта це неприємна властивість — flaky-перевірки розмивають довіру. І тут з'являється робота, якої на mock немає взагалі, — калібрування. На живій моделі той самий кейс проходить, скажімо, у 8 прогонах з 10 — і треба вирішити: це дефект відповіді чи занадто вузька перевірка? Практичний рецепт першого ж дня на реальному ключі: візьміть свій датасет, проженіть його по живій моделі кілька разів підряд і позначте кейси, що «мигають». Кожен такий кейс — сигнал переписати перевірку на властивість або пом'якшити judge-критерій. Поки цього не зробили, ставити judge у блокуючий гейт небезпечно: він валитиме зелені релізи на власному шумі.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Стартові шість кейсів — це скелет. Живим контракт роблять поповнення, і в них є просте правило. Кейс додається у двох випадках: коли ви щось полагодили — щоб не зламалося знову, регресійний кейс; і коли ви чогось злякалися — новий сценарій атаки, дивна поведінка на демо, скарга користувача. Так датасет росте з реального досвіду системи, а не з фантазії за столом — і кожен кейс має історію, яка пояснює, навіщо він тут. Як це виглядає на практиці нашого курсу. Сьогодні в лабі ви додасте перші власні кейси: подяку — «Дякую!» не має отримати «не знаю», — уточнення, ще один injection-варіант. У ДЗ тижня 5 — мінімум чотири, включно з негативними. А далі — після кожного інциденту наступних тижнів і після кожного «ой» на демо — по кейсу. Через пів року такий датасет розповідає історію вашої системи точніше за будь-яку документацію: у ньому видно, чого вона вже боїться.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спершу golden.jsonl — стартовий контракт на один екран. Потім прогін run.py на здоровій системі: 6/6, зелено. Далі activate v1 — «погана» версія промпта, та сама, що на уроці 2. Прогін: 3/6, ЧЕРВОНО. Відкат на v2 — 6/6, зелено знову. І фінальний кадр — echo $?: exit code очима, той самий нуль-або-один, який наступного тижня стане гейтом у CI. Навіщо це все: побачити, що регресія, яку на уроці 2 ловили очима, тепер ловиться командою — однаково, щоразу, за секунди. [Ведучому: на w5 датасет уже розширений (10 кейсів, поріг 9) — для кадру «6/6→3/6» бери стартовий 6-кейсовий набір. Exit code знімай БЕЗ pipe: python evals/run.py … | tail віддає код виходу tail, не runner'а — фальшивий 0 замість 1; спершу прогін, потім окремо echo $?. Між червоним і зеленим прогоном не забудь повернути v2 — інакше наступні дублі почнуться з «не знаю». Кирилиця в Git Bash — тіло запиту з файлу, не інлайном.]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 — анатомія кейса. Прочитати golden.jsonl: faq-кейси з expect і forbid, tool-кейс, safety-кейс з expect_refusal. Проговорити, який тиждень курсу перевіряє кожен. Крок другий — grader і runner. Прочитати run.py: цикл, POST у сервіс, grade, підсумок і exit code. Прогнати — команда є в гайді для студента, у розділі про evals: python evals/run.py --dataset evals/golden.jsonl --threshold 5. Результат: 6/6, зелено; перевірити echo $? — нуль. Два попередження. Якщо перед цим ти ганяв __fail_503 з лаби уроку 9 і робив опційний circuit breaker — почекай секунд тридцять, поки breaker закриється, інакше побачиш фальшиву тотальну регресію; у core без breaker'а чекати нічого не треба. І друге: прогін проганяє кейс із незворотною дією, тож у черзі GET /approvals після кожного прогону лишається нова pending-заявка — це очікувано, а не баг; перед демо черги почисти стан через docker compose down -v. Крок третій — зламати і зловити: rollback промпта на v1, як в уроці 2, прогін — 3/6, червоно, exit code 1; повернути v2 — 6/6. Регресія, яку ви бачили очима, тепер ловиться командою. Крок четвертий — власні кейси. Додати щонайменше два: позитивний — подяка або уточнення — і негативний — перефразований injection. Прогнати, за потреби підняти поріг — і пояснити собі чому. І опційний п'ятий — спроєктувати judge: для одного кейса сформулювати критерії model-based перевірки, faithfulness або тон, і прикинути її вартість за прайсом з уроку 4. Реалізація — з реальним ключем, поза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регресія промпта ловиться командою. Та сама поломка, яку на уроці 2 ви бачили очима, тепер дає 3/6 і exit code 1 — однаково, щоразу, за секунди, незалежно від того, хто запускає. Друге: якість стала числом і контрактом. Golden.jsonl лежить у репозиторії, читається людиною, діфається в PR; його зміни — включно зі зміною порогу — проходять рев'ю, як код. Що не в контракті — те не обіцяно. Третє: exit code готовий для CI. Нуль-або-один розуміє шел, Docker і будь-який CI-раннер — наступного тижня цей самий прогін повисне на кожному PR і фізично не пустить регресію в main. Разом це і є відповідь на питання тижня «чи не стало гірше»: не настрій, не «ніби норм», а число, поріг і код виходу.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П'ять пунктів. Прогін зелений — і ви розумієте кожен кейс: не «воно пройшло», а «я знаю, що саме перевіряє faq-1 і чому в refund-1 очікується тікет». Зламаний промпт дає червоний прогін, відкат — зелений, і це відтворюється: цикл «зламай і злови» ви прокрутили руками. Додано щонайменше два власні кейси, серед них негативний. Прогін із __fail_503 у кожному кейсі дає нуль пройдених — отже фальш-позитивів у наборі немає: жоден кейс не зеленіє під час повного збою. І ви можете пояснити, коли потрібен LLM-as-judge і чому він не безкоштовний — два цінники: гроші і недетермінованість. Якщо всі п'ять пунктів — «так», ви готові до наступного тижня, де цей прогін стане гейтом у CI.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звести нанівець усе, що ми сьогодні збудували. «Потикав у чат» як процес перевірки якості: неповторюване вимірювання — не вимірювання; з нього ми сьогодні починали. Датасет із трьох кейсів, який завжди зелений: ілюзія контракту гірша за його відсутність — галочка є, захисту немає. Поріг «усі 100%»: один флейк паралізує релізи і привчає команду ігнорувати червоне — а червоне, яке ігнорують, гірше за відсутність перевірки. LLM-as-judge на все підряд без обліку вартості: перевірка якості тихо стає другою статтею витрат — непорахованою; правило уроку 4 — «рахується все, що ходить у модель» — стосується і judge. І датасет, який не поповнюється після інцидентів: кожен незаписаний інцидент — це регресія, що повернеться. Правило просте: щось зламалося — перш ніж закрити тікет, з'явився кейс.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другий урок тижня — отже, здається ДЗ тижня 5: observability plus evals. Обидва уроки тижня здаються одним PR: живі плитки консолі з уроку 9 плюс розширений eval-контур із сьогоднішнього. Критерії приймання коротко. Усі шість плиток консолі показують числа, звірені з SQL. У golden.jsonl — мінімум чотири власні кейси, серед них негативні. Прогін зелений з відповідно піднятим порогом — пам'ятайте правило N мінус один і те, що поріг живе у двох місцях. Повні критерії — у файлі ДЗ. Опційно, не оцінюється: таксономія помилок з окремими лічильниками — з уроку 9; і model-based grader, LLM-as-judge — він потребує реального ключа, і його виклики треба порахувати у вартість, як ми говорили в опційному блоці. Нагадаю механіку тижневих ДЗ: один PR у своєму репозиторії, рев'ю від ментора. І порада з сьогоднішнього уроку: перш ніж здавати, проженіть свій розширений набір із __fail_503 у кожному кейсі — нуль пройдених означає, що фальш-позитивів немає і ваші нові кейси справді щось перевіряють.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Якість — це не відчуття, а перелік тверджень, які можна перевірити: golden dataset — це контракт поведінки, письмова фіксація того, що система обіцяє користувачам. Очікування трьох видів — expect, forbid, expect_refusal — і пишуться вони на суть, а не на форму, інакше кейси флейкають. Rule-based grader безкоштовний, детермінований і працює на mock — рівно те, що потрібно для гейта; його чесна межа — «є/нема», а не «наскільки добре». Поріг — інженерне рішення: 5 з 6 сьогодні, правило N мінус один після росту датасету, і зміна порогу — це теж реліз. Головне: регресію промпта, яку на уроці 2 ви ловили очима, тепер ловить команда з термінала — число для людини, exit code для машин. Наступний урок — CI/CD quality gates, canary і rollback. Eval повертає exit code, а exit code створений для CI: вішаємо прогін на кожен PR — і регресія промпта більше фізично не потрапляє в main, бо гейт червоний і merge заблокований. Заодно на вас чекають чесні історії про те, як CI ловив помилки в самому цьому курсі, поки я його готував: гейти працюють і на авторів гейтів.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6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3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7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1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5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1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6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4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3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8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8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2026-08-15T07:48:35Z</dcterms:created>
  <dcterms:modified xsi:type="dcterms:W3CDTF">2026-08-15T07:48:35Z</dcterms:modified>
</cp:coreProperties>
</file>