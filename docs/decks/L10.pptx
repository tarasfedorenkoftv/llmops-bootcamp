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749808" y="46908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54456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1846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0154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0154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поріг 100% крихким: один нестабільний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35707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5707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32369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349300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2026-09-02T11:10:50Z</dcterms:created>
  <dcterms:modified xsi:type="dcterms:W3CDTF">2026-09-02T11:10:50Z</dcterms:modified>
</cp:coreProperties>
</file>