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настрій, а не перевірка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 поведінки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— це не відчуття, а перелік тверджень, які можна перевірити. Що не потрапило в датасет — того контракт не обіцяє, і воно зламається мовчки.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20 правильних кейсів корисніші за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репрезентативність — і як писати очікування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специфікація п'яти тижнів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Найкоштовніший баг — кейс, що зеленіє без причини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 — і скільки їх треба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grader: дешево і детерміновано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Runner: число для людини, exit code для машин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30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Поріг: чому не 100%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моделі робить сотку крихкою: один мигаючий кейс — і команда починає ігнорувати червоне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поріг N−1 при малих наборах, далі — відсоток із округленням угору. Safety-кейси не мають права падати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регресія — тепер командою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Регресія, яку на уроці 2 ви ловили очима, тепер ловиться командою — і на тижні 6 ловитиметься автоматично на кожен PR.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додасть недетермінізм: кейс, що мигає, — сигнал переписати очікування, а не перезапускати «поки не позеленіє».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два цінники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датасету: «полагодили» і «злякалися»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тригери, за якими датасет росте сам собою: щойно щось полагодили — кейс; щойно за щось злякалися на демо — кейс. Обидва займають хвилину, поки все свіже.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росте, старіє разом із продуктом: через квартал він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