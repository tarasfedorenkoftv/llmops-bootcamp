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першому уроці курсу. Викликати модель — три рядки коду, і саме тому LLM-прототипи народжуються за день. Але між «API відповів 200» і системою, якою можна керувати, лежить весь цей курс. Сьогодні розберемо сам об'єкт керування: що фізично летить у модель і повертається назад, у чому міряється рахунок, чому та сама модель відповідає щоразу інакше і якими способами виклик ламається. Потім піднімемо каркас капстоуна однією командою — і чесно зламаємо його, щоб побачити, скільки роботи попереду. Курс триває шість тижнів, дванадцять уроків; кожен тиждень закриває одне операційне питання — механізмом, а не порадою. Це перший урок тижня «Основа + промпти».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діями, а не «зрозуміти» чи «ознайомитись». Після сьогоднішнього заняття ви зможете: підняти стек капстоуна однією командою і оглянути обидві його половини — чат і консоль оператора; намалювати з пам'яті шлях запиту від UI через сервіс і адаптер до mock і лога; читати відповідь моделі як оператор — дивитися не лише на текст, а на finish_reason і usage; пояснити, чому temperature=0 не дає повторюваності і що з цього випливає для перевірки якості; назвати дві категорії відмов, яких HTTP-моніторинг не бачить у принципі; і знайти свій запит у таблиці requests, чесно відповівши, яких полів там бракує.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Перша половина уроку — розтин об'єкта керування: чому 200 — це не «працює», контракт виклику, токени, недетермінізм із латентністю і таксономія відмов. Без цього фундаменту решта курсу перетворюється на набір рецептів. Друга половина — каркас капстоуна: архітектура з п'яти компонентів, unified log і mock-провайдер; окремим опційним блоком — реальний ключ. Потім лабораторна на п'ять кроків, антипатерни тижня і домашнє завдання. [Ведучому: блоки 01–05 — найдовший відрізок курсу без коду, ~10 хвилин на таблицях. На блоці токенів дай врізку живого екрана консолі з «—», на таксономії відмов веди курсором по рядках, інакше картинка «повисне».]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занурюватись, домовимось про шість слів, які сьогодні звучатимуть постійно. Токен — частинка тексту, якою модель міряє і вхід, і вихід; саме в токенах рахується рахунок, а не в запитах. Системний промпт — інструкція моделі, як поводитися; вона їде в кожному запиті і вже наступного уроку переїде в реєстр версій. finish_reason — поле відповіді, яке каже, чому модель зупинилася: сама завершила думку, вперлася в стелю довжини чи попросила інструмент. usage — блок із кількістю токенів входу й виходу, єдине джерело правди про гроші. Контур керування, англійською control plane, — це наш сервіс: шар, який ухвалює рішення, на відміну від шару, який виконує виклик. І mock-провайдер — фейкова модель, сумісна за API зі справжньою: вона вміє падати на замовлення і реагувати на промпт, тому весь курс проходиться без ключа. Якщо якесь із цих слів зараз незнайоме — нормально, кожне розберемо на місці; тут вони лише щоб не спотикатися.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Викликати модель — три рядки коду. Запит пішов, 200 повернувся, демо готове, всі задоволені. Саме тому LLM-прототипи народжуються за день — і саме тому більшість із них ніколи не доживає до проду. Ось чотири питання, на які ті три рядки не відповідають. Гроші: скільки ця фіча коштує на тиждень, на якій задачі бюджет згорає дарма, і хто це помітить — сьогодні чи в рахунку наприкінці місяця? Надійність: що станеться, коли провайдер ляже на 20 хвилин у робочий час, а коли поверне ліміт запитів у пік трафіку? Якість: хто помітить, що відповіді стали гіршими після «маленької» правки промпта? Промпт не проходить компіляцію — це «просто текст», який тихо змінює поведінку системи. І видимість: куди дивитися, коли користувач каже «бот верзе дурниці», а всі графіки зелені? Кожен тиждень курсу закриває одне з цих питань — механізмом, а не порадою.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LLM-система може бути «здоровою» за всіма HTTP-метриками — і при цьому брехати користувачам, палити бюджет і деградувати тижнями. Причина — у чотирьох властивостях, яких немає у звичайних сервісів. Недетермінізм: той самий вхід — різний вихід. Оплата за токен: вартість залежить від поведінки, а не від кількості запитів. Регресії без коміта: поведінку змінює правка промпта або оновлення моделі провайдером — жодного деплою. І чужа інфраструктура: ваш uptime залежить від чужого. Звідси теза курсу: LLMOps — не про те, як покликати модель. Це про те, як експлуатувати її як production-сервіс — керувати вартістю, надійністю, якістю і видимістю. І одразу про навантаження, щоб ви планували сили: читання в курсі рівне — кожен тиждень приблизно 45–49 хвилин. А от кодове навантаження нерівне: ДЗ тижня 1 — близько 60 рядків C# з нуля, ДЗ тижня 2 — переважно готовий код з уроку, а пік припадає на тиждень 4, де в одному PR збираються fallback і human-in-the-loop.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тим як керувати, треба знати, чим саме керуємо. Виклик моделі — це звичайний HTTP POST з JSON, і в цьому JSON немає магії: є контракт, однаковий у всіх великих провайдерів. Кожен наступний урок додає рішення саме в цей контракт. Головне поле — messages: масив реплік, у кожної роль. System — інструкція, як поводитися: це і є той промпт, який наступного уроку переїде в реєстр. User — те, що написав користувач. Assistant — попередні відповіді моделі, якщо ведете діалог. Важливо: модель не має пам'яті. Історію щоразу привозите ви — і саме тому довгий діалог дорожчає лінійно. З параметрів для операцій важливі три. Temperature і top_p — наскільки «вільно» модель обирає наступний токен: вище — різноманітніше і менш передбачувано, для підтримки зазвичай тримають низьким. Max_tokens — стеля довжини відповіді, тобто стеля вартості одного виклику і найчастіша причина обрізаних відповідей. Response_format — вимога віддати строгий JSON за схемою: перетворює «розпарсимо як вийде» на контракт, який валідує провайдер.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поля вирішують долю вашої відповіді. Перше — сам текст: choices нуль, message, content. Друге, яке пропускають майже всі, — finish_reason: чому модель зупинилася. Stop — модель сама завершила думку, нормальний випадок. Length — вдарилася в max_tokens, відповідь обрізана: це помилка, а не відповідь — логувати, не кешувати, не показувати як є. Tool_calls — модель просить викликати інструмент, про це урок 6; текст може бути порожнім, і це не збій. Content_filter — відповідь зрізав фільтр провайдера: окрема категорія в метриках, не «помилка сервера». Типова помилка — читати лише content. Тоді обрізана на півслові відповідь виглядає цілком успішною: HTTP 200, текст є, метрики зелені. Користувач бачить фразу, що обривається, а ви — «модель почала дурити». Я витратив на такий випадок пів дня, поки не поставив у лог одне поле. Наш mock віддає лише stop і tool_calls — гілку length наш контур відтворити не може, тому її обробку перевіряють юніт-тестом; це опційна частина ДЗ тижня 1. І третє поле, потрібне весь курс, — usage: скільки токенів пішло на вхід, на вихід і скільки обслужив кеш провайдера.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бачить ні символів, ні слів — вона бачить токени, частинки тексту від токенізатора. Для англійської один токен — приблизно чотири символи, десь три чверті слова. Для української відчутно гірше: кирилиця гірше представлена у словниках токенізаторів, і слово легко розпадається на кілька токенів. Наслідок, який варто перевірити руками на власному тексті: той самий зміст українською коштує дорожче і швидше вибиває контекстне вікно. Це вже операційне рішення — якою мовою тримати системний промпт, що їде в кожному запиті. Друге: токени тарифікуються не однаково. Вхідні — ваш промпт та історія — найдешевші. Вихідні, які модель згенерувала, — типово в кілька разів дорожчі, бо генерація послідовна. А стабільний початок промпта, який провайдер уже бачив, може обслужитися з його кешу за різко нижчою ставкою. Три різні ціни в одному виклику. Звідси принцип: вартість LLM-фічі не виводиться з кількості запитів. Два запити «по тому самому прайсу» відрізняються в десятки разів, якщо один просив рядок відповіді, а другий тягнув історію на десять реплік і згенерував три абзаци. Тому в лозі вхідні й вихідні токени стоять окремо: без них будь-яка цифра вартості — вигадка.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Дві властивості з блока 01 варті окремого розтину, бо саме через них не працюють звичні тестування і моніторинг. Почнемо з недетермінізму. Модель на кожному кроці має розподіл ймовірностей наступного токена і обирає з нього; temperature керує тим, наскільки охоче вона відходить від найімовірнішого варіанта. Звідси природна думка: поставлю нуль — отримаю повторюваність. Це ілюзія, і покладатися на неї небезпечно. Навіть на нулі відповідь може відрізнятися між викликами, і на це три причини. Провайдер обробляє запити пакетами — і склад пакета впливає на арифметику. Обчислення з плаваючою точкою не асоціативні. А сама «модель» за незмінною назвою — це снапшот, який постачальник періодично оновлює. Звідси принцип: перевіряти LLM-відповідь порівнянням рядків не можна — ні в тестах, ні в кеші, ні в eval'ах. Перевіряються властивості: чи є в відповіді потрібне, чи немає забороненого, чи виконується формат, чи спрацював потрібний інструмент. Саме на цьому стоїть golden dataset уроку 10 — і саме тому там expect та forbid, а не «дорівнює». Практичний висновок: коли ви двічі напишете боту те саме і побачите інші слова — це не баг вашої системи. Баг — коли ви на це розраховували.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властивість — природа латентності. Час LLM-виклику складається з двох частин: очікування першого токена, поки модель «читає» ваш вхід, і власне генерації, яка йде послідовно, токен за токеном. Тому виклик, що згенерував три абзаци, буде в рази повільніший за виклик з одним рядком — на тій самій моделі, при тому самому здоровому провайдері. Типова помилка — дивитися на p95 latency як на характеристику інфраструктури. P95 — це час, у який вкладаються 95 відсотків запитів; детально розберемо в уроці 9. У LLM-системі зростання p95 так само легко означає «відповіді стали довшими» — хтось змінив промпт або підняв max_tokens, — як і «провайдеру погано». Тому latency у лозі живе поряд із кількістю вихідних токенів: дві цифри разом відповідають на питання, на яке кожна окремо відповісти не може. Для інтерфейсів, де відповідь друкується на очах, окремо міряють час до першого токена — користувач суб'єктивно оцінює саме його. Стрімінгу в нашому контурі немає, це свідомо за межами курсу, але метрику варто знати на ім'я: time-to-first-token.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шматок фундаменту — таксономія відмов. Вона потрібна вже сьогодні, бо визначає, які поля мають бути в лозі; детально кожен випадок закриваємо на тижні 4. Перші три категорії — видимі. Ліміт запитів: 429, вичерпано квоту — у сучасних API одразу по кількох осях: запити, токени, паралельні виклики. Збій провайдера: 5xx, інцидент на його боці. Таймаут або зависання: відповіді немає взагалі або вона приходить після того, як користувач пішов, — це моніторинг бачить частково. А тепер два рядки, заради яких існує цей курс. «Успішна, але непридатна»: HTTP 200 — і обрізана, порожня або не-JSON там, де чекали JSON. І «тиха деградація якості»: все «ок», але відповіді стали гіршими — змінився снапшот моделі або хтось правив промпт. Ці дві категорії не бачить жодна інфраструктурна метрика: щоб їх помітити, потрібні власний лог із версією промпта, перевірки якості та гейт, який не пускає регресію. Це рівно те, що ми будуємо шість тижнів. [Ведучому: веди курсором по рядках — це найдовший безкодовий відрізок, тримай динаміку.]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від об'єкта керування до каркаса, в якому ви житимете шість тижнів. Одна команда docker compose up піднімає п'ять компонентів — і це ті самі ролі, які ви зустрінете в будь-якому проді, незалежно від інструментів. Шлях запиту: користувач пише в Chat UI, запит приходить у сервіс — це контур керування, де ухвалюються всі рішення. Сервіс звертається до gateway-адаптера — єдиного виходу до провайдерів, а той викликає модель; у нашому стеку це mock. Паралельно кожен запит лишає рядок лога в базі. Запам'ятайте цю стрічку — в лабораторній я попрошу вас відтворити її з пам'яті, а на співбесіді чи в проді ви впізнаєте ці самі ролі під іншими назвами.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Пройдімося по ролях. Chat UI з консоллю — обличчя системи: чат для користувача, панель для оператора. Ви ними користуєтесь, але не змінюєте. Сервіс — контур керування: усі рішення — яку модель, чи кеш, чи fallback, скільки коштувало. Тут уся ваша робота на шість тижнів. Gateway-адаптер — єдиний вихід до провайдерів: виконує виклик, згладжує їхні розбіжності, тримає ключі. Ви конфігуруєте список моделей. База — лог запитів, реєстр промптів, записи вартості: читаєте і розширюєте. І mock-провайдер — фейкова «модель» для розробки і CI, безкоштовна і керована: використовуєте для тестів і симуляції збоїв. Зверніть увагу на праву колонку: вона чесно ділить стек на те, що ви будуєте, і те, чим просто користуєтесь.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Головна межа архітектури проходить між двома словами: вирішує і виконує. Сервіс вирішує. Адаптер виконує. Уся цінність курсу живе на боці «вирішує» — тому ми й називаємо сервіс контуром керування, control plane. З практики великої агентної платформи, яку я супроводжую: там кредентіали провайдерів інжектяться в шарі інструментів під конкретного тенанта, а прикладний код їх не бачить взагалі — ні в конфізі, ні в змінних оточення свого процесу. Це те саме правило, доведене до продукту: чим менше шарів «знають» секрет, тим менше місць, звідки він може витекти в лог, у трейс або в чужий тенант. Звідси принцип: ключ провайдера живе тільки в gateway. Якщо секрет лежить у коді застосунку — контуру керування у вас ще немає, є розкидані виклики. Це найчастіша помилка на старті: ключ «тимчасово» кладуть у код, і він там лишається до першого витоку. І типова помилка з іншого боку: віддати рішення адаптеру. Він теж уміє і роутити, і фейлитись сам — через конфіг. Спокусливо, але тоді ви вчитеся клікати прапорці конкретного інструмента, а не будувати механізм. Рішення мають бути кодом, який ви розумієте, тестуєте і логуєте.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запит лишає в базі один рядок: request_id, model, prompt_version, latency_ms, prompt_tokens, completion_tokens, cost_usd, status. Текстів запиту і відповіді у рядку немає — і це навмисно, а не недоробка: чому їх не логують суцільно і як розслідувати «бот верзе дурниці» без них, детально розбере урок 9. Виглядає скромно. Але подивіться, що з цього рядка виростає — це буквально мапа курсу. Model — розподіл трафіку між моделями і доказ, що routing працює, тиждень 2. Prompt_version — розслідування «що зламалось учора о 19:40», уже наступний урок. Токени і cost_usd — облік вартості, бюджет, алерти, тиждень 2. Latency_ms і status — p95, error rate, сліди інцидентів, тижні 4–5. А весь рядок разом — метрики консолі й докази для гейтів якості, тижні 5–6. Сьогодні два поля порожні — prompt_version і cost_usd. Це не недоробка каркаса, це ваша робота на найближчі два тижні. З практики: на тій самій платформі одним із перших артефактів агентного рантайму став контракт метаданих виклику — окрема структура з моделлю, токенами, часом і статусом. Усе інше виросло поверх нього. Принцип: немає лога — немає операцій.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стеку живе фейковий провайдер, сумісний за API зі справжніми: сервіс не відрізняє його від реального. У mock дві суперсили. Перша: він падає на замовлення. Напишіть у повідомленні маркер — і отримаєте керований інцидент. __fail_503 — провайдер лежить: на цьому будуємо fallback і деградацію на тижні 4. __fail_429 — вичерпані ліміти: розбираємо в уроці 7, чому спершу fallback, а retry — свідомо ні. __delay — стрибок latency: таймаути і p95. __garbage — беззмістовна відповідь: перевірки якості, ДЗ тижня 5. Надійність, яку тренують лише на реальних інцидентах, — це не інженерія, а сподівання. Mock робить кожен «інцидент» відтворюваним: у лабі, у ДЗ і в CI. Друга суперсила: mock реагує на промпт. Нормальні відповіді він віддає лише з правильним системним промптом; зіпсуєте промпт — відповіді стануть «не знаю». Навіщо так? Щоб регресію промпта можна було ловити автоматично: зламали — перевірки почервоніли. Ви побачите це наживо вже наступного уроку, а на тижні 5–6 цей механізм стане гейтом у CI. І чому це переноситься на прод: механіка контуру однакова для mock і реальної моделі — міняється лише «мозок» на іншому кінці дроту.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 — усе обов'язкове в курсі проходиться на mock, але дві можливості закладені з першого дня. Перша — реальний провайдер: скопіювати приклад env-файлу gateway, вписати ключ і підняти стек зі змінною MODEL. З реальним ключем зміниться справжня якість відповідей, багатоходовий діалог і цифри вартості; не зміниться — жоден механізм контуру. Радимо не вмикати це в перші тижні: на mock видно механіку, а не магію моделі. Друга — розширений профіль: advanced додає рівно один сервіс, Redis, — він знадобиться для semantic cache на тижні 3. Індустріальні дашборди, опційно на тижні 6, за бажання піднімете поруч самі: обов'язкова доріжка будує метрики всередині продукту, поверх власного лога. І лайфхак — перша операційна звичка курсу, ще до уроку про вартість: берете реальний ключ — одразу поставте ліміт витрат у кабінеті провайдера.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стек піднімається однією командою; чат відповідає на «Як скинути пароль?»; консоль оператора показує «—» у кожній плитці; у service/Program.cs знаходимо всі TODO(student) — мапу вашої роботи на шість тижнів; у таблиці requests з'являється рядок вашого запиту; і нарешті — чесний злам через __fail_503. Навіщо це все: зафіксувати точку А — стан системи до того, як ви почнете додавати шари керування. Порожня консоль і збій без плану Б — це не дефект демо, це і є предмет курсу. [Ведучому: перший запуск docker compose довгий — образи мають бути в кеші заздалегідь. Якщо перша відповідь у чаті — «Сервіс тимчасово недоступний», повторіть запит: gateway ще прогрівається після старту стека. До готовності gateway запити падають тихо — дочекайтеся health-ендпоінта або ~30 секунд після up.]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підняти стек. Docker compose up --build у корені проєкту; перший запуск довгий — тягне образи, далі швидко. Відкрити localhost:4200. Крок другий: оглянути обидві половини. Написати боту «Як скинути пароль?» — відповідь приходить. Якщо перша відповідь — «Сервіс тимчасово недоступний», повторіть: gateway ще прогрівається. Тепер консоль праворуч: «—» у кожній плитці. Запам'ятайте цю картинку — це точка А, з якою ви порівняєте себе на тижні 6. Крок третій: пройти шлях запиту в коді. Відкрити service/Program.cs і прочитати /chat згори вниз: звідки береться модель, як збирається запит до адаптера, куди пишеться лог. Знайти всі TODO(student, W#) — це мапа вашої роботи, підписана потижнево. Крок четвертий: знайти свій запит у лозі. Один раз на весь курс — команда повністю: docker compose exec postgres psql -U llmops -d llmops -c «SELECT * FROM requests ORDER BY created_at DESC LIMIT 5;» — далі в курсі SQL виконується так само. Знайти рядок свого повідомлення і чесно відповісти собі: які поля порожні і кому вони потрібні. Крок п'ятий: зламати. Написати в чат __fail_503. Бот скаже «сервіс недоступний» — жодного плану Б поки не існує. Це чесний стан системи до тижня 4. І опційний шостий: підняти профіль advanced, переконатися, що додався контейнер Redis, і погасити.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система жива і шлях запиту видно наскрізь — від чату через сервіс і адаптер до mock і рядка в базі. Ви можете намалювати його з пам'яті. Друге: консоль оператора показує «—» у кожній плитці, а в рядку лога порожні prompt_version і cost_usd. Це не недоробка каркаса — це ваша робота на найближчі два тижні. Курс влаштований так: лог з'являється першим, усе інше — надбудови над ним. Третє: на __fail_503 бот сказав «сервіс недоступний» — і все. Жодного плану Б: ні fallback, ні деградації, ні сліду в метриках. Це чесний стан системи до тижня 4. Разом ці три картинки — точка А вашого капстоуна. Точку Б ви збудуєте самі: реєстр промптів, маршрутизація, облік вартості, кеш, fallback, безпека, метрики, evals і CI-гейт — шар за шаром, тиждень за тижнем.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перевірка, без оцінок. Пройдіться по шести пунктах; де завагалися — туди і повертайтеся в матеріалі уроку. Стек піднявся, чат відповідає, консоль показує «—». Можете намалювати шлях запиту з пам'яті: UI, сервіс, адаптер, mock, лог. Бачили рядок свого запиту в requests і знаєте, яких полів бракує. Бачили, як система поводиться при збої провайдера — і чому це погано. Можете пояснити своїми словами, чому temperature=0 не дає повторюваності — і що з цього випливає для перевірки якості. І можете назвати дві категорії відмов, яких HTTP-моніторинг не бачить у принципі, і чому саме вони найдорожчі. Якщо всі шість пунктів — «так», ви готові до наступного уроку.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зіпсувати собі перший тиждень — усі перевірені чужими граблями. Ключ провайдера в коді застосунку: «потім перенесемо» — не перенесете; місце ключа визначається в перший день. Демо на одному запиті як доказ готовності: готовність — це відповіді на чотири питання з блока 01, а не один вдалий скріншот. «Логи подивимось, коли зламається»: коли зламається — дивитися буде нікуди; лог або є з першого дня, або його немає в потрібний момент. Почати з трьох провайдерів і оркестрації: спочатку один контур наскрізь — складність додається шарами, а не закладається наперед. І одразу взяти реальний ключ, «щоб по-справжньому»: на mock видно механіку, на реальній моделі перші тижні видно лише рахунок.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до наступного уроку — без здачі: пройти всі п'ять обов'язкових кроків лабораторної; витримати чек-лист «перевір себе»; і переглянути гайд для студента по діагоналі — щоб знати, де що шукати. Опційно: підняти розширений профіль стека і подивитися, що додається; якщо є свій ключ — поставити ліміт витрат у кабінеті провайдера, сам ключ поки не підключати. І про ДЗ тижня: воно здається після уроку 2. ДЗ тижня 1 — логування плюс prompt registry; тиждень здається одним PR у своєму репозиторії. Критерії приймання будуть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200 — це не «працює»: у production LLM-системи є чотири питання — гроші, надійність, якість, видимість, — і на них відповідає власний контур керування, а не HTTP-моніторинг. Контракт виклику один у всіх великих провайдерів: messages, три операційні параметри, finish_reason і usage. Перевіряти LLM-відповідь можна тільки за властивостями, а латентність читається лише разом із довжиною відповіді. В архітектурі сервіс вирішує, адаптер виконує, і ключ живе тільки в gateway. А unified log — це рядок, з якого виросте весь курс: сьогодні ви бачили його точку А. Наступний урок — prompt lifecycle. Сьогодні ваш системний промпт захардкоджений у коді, і це остання доба, коли це прийнятно. Розберемо, чому промпт — це production-артефакт з версіями,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FEAFE"/>
          </a:solidFill>
          <a:ln/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BE9E9"/>
          </a:solidFill>
          <a:ln/>
        </p:spPr>
      </p:sp>
      <p:sp>
        <p:nvSpPr>
          <p:cNvPr id="35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4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FEAFE"/>
          </a:solidFill>
          <a:ln/>
        </p:spPr>
      </p:sp>
      <p:sp>
        <p:nvSpPr>
          <p:cNvPr id="24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32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5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9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3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7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51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3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6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0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3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7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23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4EF"/>
          </a:solidFill>
          <a:ln/>
        </p:spPr>
      </p:sp>
      <p:sp>
        <p:nvSpPr>
          <p:cNvPr id="26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FEAFE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32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34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20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BE9E9"/>
          </a:solidFill>
          <a:ln/>
        </p:spPr>
      </p:sp>
      <p:sp>
        <p:nvSpPr>
          <p:cNvPr id="20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7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B8A5A"/>
            </a:solidFill>
            <a:prstDash val="dash"/>
          </a:ln>
        </p:spPr>
      </p:sp>
      <p:sp>
        <p:nvSpPr>
          <p:cNvPr id="27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B8A5A"/>
          </a:solidFill>
          <a:ln/>
        </p:spPr>
      </p:sp>
      <p:sp>
        <p:nvSpPr>
          <p:cNvPr id="28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9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20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16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2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28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34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FEAFE"/>
          </a:solidFill>
          <a:ln/>
        </p:spPr>
      </p:sp>
      <p:sp>
        <p:nvSpPr>
          <p:cNvPr id="40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/>
        </p:spPr>
      </p:sp>
      <p:sp>
        <p:nvSpPr>
          <p:cNvPr id="42" name="Text 38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0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8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2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28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BE9E9"/>
          </a:solidFill>
          <a:ln/>
        </p:spPr>
      </p:sp>
      <p:sp>
        <p:nvSpPr>
          <p:cNvPr id="34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7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6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9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8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9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34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6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93140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93140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3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6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0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4EF"/>
          </a:solidFill>
          <a:ln/>
        </p:spPr>
      </p:sp>
      <p:sp>
        <p:nvSpPr>
          <p:cNvPr id="41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2026-08-15T07:48:33Z</dcterms:created>
  <dcterms:modified xsi:type="dcterms:W3CDTF">2026-08-15T07:48:33Z</dcterms:modified>
</cp:coreProperties>
</file>