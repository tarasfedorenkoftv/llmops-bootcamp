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5FD6A0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02A20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93140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9314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9" name="Shape 26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30" name="Text 27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2026-08-16T15:59:10Z</dcterms:created>
  <dcterms:modified xsi:type="dcterms:W3CDTF">2026-08-16T15:59:10Z</dcterms:modified>
</cp:coreProperties>
</file>