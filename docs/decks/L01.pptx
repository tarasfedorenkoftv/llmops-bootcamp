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 відмови виклику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стека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дві теми;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200 OK не підтверджує працездатності LLM-системи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відповідає не по темі»,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LLM-виклику та базовий API-контракт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у наступній темі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досягла ліміту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(Тема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3820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3820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72821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1984248"/>
            <a:ext cx="30998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(Тема 4).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Темі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89120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882896" y="4700016"/>
            <a:ext cx="6528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882896" y="4956048"/>
            <a:ext cx="6528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temperature=0 не гарантує детермінізму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48966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4896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481888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чого залежить латентність LLM-виклику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45994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599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243584" y="454456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сценарії відмови LLM-виклику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невалідний вміст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деградація якості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Архітектура стека: компоненти та межі відповідальності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 як основа операційного контролю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Mock-провайдер для керованого тестування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1 · КЕРОВАНІ ЗБОЇ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недоступний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Тема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2 · ЧУТЛИВІСТЬ ДО ПРОМПТА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Підключення реального провайдера та розширеного стека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413662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413662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47888" y="41422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8247888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41664" y="3557016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741664" y="3813048"/>
            <a:ext cx="26700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221992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2199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75234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752344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28269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282696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81304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381304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3434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15568" y="434340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772400" y="1691640"/>
            <a:ext cx="3858768" cy="3017520"/>
          </a:xfrm>
          <a:prstGeom prst="roundRect">
            <a:avLst>
              <a:gd name="adj" fmla="val 242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00416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Shape 24"/>
          <p:cNvSpPr/>
          <p:nvPr/>
        </p:nvSpPr>
        <p:spPr>
          <a:xfrm>
            <a:off x="8046720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8" name="Shape 25"/>
          <p:cNvSpPr/>
          <p:nvPr/>
        </p:nvSpPr>
        <p:spPr>
          <a:xfrm>
            <a:off x="8193024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9" name="Text 26"/>
          <p:cNvSpPr/>
          <p:nvPr/>
        </p:nvSpPr>
        <p:spPr>
          <a:xfrm>
            <a:off x="8375904" y="1691640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точка А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7772400" y="2002536"/>
            <a:ext cx="3858768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88212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13180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20496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20496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38148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45464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45464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88212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913180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20496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20496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1038148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045464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045464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0" name="Shape 47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запуск, перевірка та відтворення збою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Теми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наступної теми.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2026-09-08T09:05:03Z</dcterms:created>
  <dcterms:modified xsi:type="dcterms:W3CDTF">2026-09-08T09:05:03Z</dcterms:modified>
</cp:coreProperties>
</file>