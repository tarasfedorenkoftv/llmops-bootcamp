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два уроки;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відповідає не по темі»,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а не від кількості запитів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кожен наступний крок діалогу дорожчає, а сумарна вартість росте швидше за кількість кроків.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досягла ліміту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3820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3820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72821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1984248"/>
            <a:ext cx="30998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89120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882896" y="4700016"/>
            <a:ext cx="6528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882896" y="4956048"/>
            <a:ext cx="6528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48966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48966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481888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" y="45994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599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243584" y="4544568"/>
            <a:ext cx="10168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невалідний вміст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деградація якості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1 · КЕРОВАНІ ЗБОЇ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недоступний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2 · ЧУТЛИВІСТЬ ДО ПРОМПТА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47888" y="41422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8247888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741664" y="3557016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741664" y="3813048"/>
            <a:ext cx="26700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2026-09-02T11:10:48Z</dcterms:created>
  <dcterms:modified xsi:type="dcterms:W3CDTF">2026-09-02T11:10:48Z</dcterms:modified>
</cp:coreProperties>
</file>