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354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68096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283464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8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250692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895344" y="3611880"/>
            <a:ext cx="310896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366260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790688" y="3611880"/>
            <a:ext cx="2560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174735" y="3264408"/>
            <a:ext cx="3311593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092708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2327</Words>
  <Application>Microsoft Office PowerPoint</Application>
  <PresentationFormat>Widescreen</PresentationFormat>
  <Paragraphs>502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Taras Fedorenko</cp:lastModifiedBy>
  <cp:revision>3</cp:revision>
  <dcterms:created xsi:type="dcterms:W3CDTF">2026-08-19T12:47:00Z</dcterms:created>
  <dcterms:modified xsi:type="dcterms:W3CDTF">2026-08-20T15:36:12Z</dcterms:modified>
</cp:coreProperties>
</file>