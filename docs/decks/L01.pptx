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Незнайоме слово — нормально: кожне розберемо на місці. Тут вони лише щоб не спотикатися по ходу.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BE9E9"/>
          </a:solidFill>
          <a:ln/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не про те, як покликати модель, а як експлуатувати її як production-сервіс: керувати вартістю, надійністю, якістю і видимістю.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не виводиться з кількості запитів. Тому в лозі вхідні й вихідні токени стоять окремо — без них будь-яка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чи є потрібне, чи немає забороненого, чи тримається формат. На цьому стоїть golden dataset уроку 10 — expect і forbid, а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а не виміряні значення — конкретні числа побачите у власному лозі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p95 як характеристику інфраструктури. Зростання p95 однаково легко означає «відповіді подовшали», як і «провайдеру погано» — тому latency у лозі живе поряд із вихідними токенами.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— причина, чому цей курс існує: їх ловить лише власний лог, перевірки якості та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B8A5A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B8A5A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провайдера живе тільки в gateway. Секрет у коді застосунку = контуру керування ще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рішення адаптеру: тоді ви вчитеся клікати прапорці інструмента, а не будувати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4EF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Тому регресію промпта видно автоматично: зламали — перевірки почервоніли. На тижні 5–6 це стане гейтом у CI.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поставте ліміт витрат у кабінеті провайдера. Перша операційна звичка курсу.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4EF"/>
          </a:solidFill>
          <a:ln/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447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ваш системний промпт захардкоджений у коді — і це остання доба, коли це прийнятно. Далі: версії,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2026-08-11T20:37:39Z</dcterms:created>
  <dcterms:modified xsi:type="dcterms:W3CDTF">2026-08-11T20:37:39Z</dcterms:modified>
</cp:coreProperties>
</file>