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LLMOps і архітектура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production LLM-системи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6565392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640080"/>
            <a:ext cx="5559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Тарас</a:t>
            </a:r>
            <a:endParaRPr lang="en-US" sz="3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Федоренко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737360"/>
            <a:ext cx="5559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Senior Backend / AI Engineer у Creatio · автор курсу LLMOps у Neoversity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395728"/>
            <a:ext cx="501091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79806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65176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8+ років в IT — від QA Automation до Backend та AI Engineering у production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04672" y="349849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1078992" y="335219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Стояв біля витоків Creatio.ai — флагманського AI-напряму українського єдинорога Creatio: впроваджував LLM-фічі ще до мейнстріму GenAI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" y="419892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1078992" y="405262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Наскрізно побудував RAG/Q&amp;A систему: від .NET API до Python ML на LangChain, з OpenAI / Azure OpenAI та Elasticsearch як vector store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" y="489935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1078992" y="475305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експертиза — LLMOps: надійність, масштабування, моніторинг і security AI-сервісів у production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" y="5599786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1078992" y="5453482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у класичному ML (рекомендації, sequence prediction, scikit-learn / xgboost) і у full-stack розробці</a:t>
            </a:r>
            <a:endParaRPr lang="en-US" sz="11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3176" y="1161288"/>
            <a:ext cx="4535424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97356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34" name="Shape 31"/>
          <p:cNvSpPr/>
          <p:nvPr/>
        </p:nvSpPr>
        <p:spPr>
          <a:xfrm>
            <a:off x="817473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817473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68680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817473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Курс складається з шести тижнів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— два уроки; кожен наступний шар лягає на той самий контур керування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0312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10312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231136" y="210312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0592" y="210312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Основа + промпти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архітектура production LLM-системи · промпт як артефакт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798064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2798064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231136" y="2798064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450592" y="2798064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+ cost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 · токеноміка і cost attribution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493008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4930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231136" y="3493008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50592" y="3493008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+ tools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точний і semantic cache · tool calls, коли модель діє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187952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187952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231136" y="4187952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450592" y="4187952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 + безпека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circuit breaker · guardrails і human-in-the-loop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82896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566928" y="4882896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231136" y="4882896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450592" y="4882896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 + evals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LLM-систем · golden dataset і eval suite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57784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557784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2231136" y="557784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450592" y="557784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+ фінал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quality gates, canary і rollback · operating model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а не від кількості запитів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4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51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52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кожен наступний крок діалогу дорожчає, а сумарна вартість росте швидше за кількість кроків.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вдарилась 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7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06B41"/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підсвічені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58297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5829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 + один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14476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620758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 rot="-3000000">
            <a:off x="623538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652881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2026-08-18T15:43:39Z</dcterms:created>
  <dcterms:modified xsi:type="dcterms:W3CDTF">2026-08-18T15:43:39Z</dcterms:modified>
</cp:coreProperties>
</file>