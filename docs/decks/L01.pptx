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BE9E9"/>
          </a:solidFill>
          <a:ln/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0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EFEAFE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BE9E9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B8A5A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B8A5A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852160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E9F4EF"/>
          </a:solidFill>
          <a:ln/>
        </p:spPr>
      </p:sp>
      <p:sp>
        <p:nvSpPr>
          <p:cNvPr id="42" name="Text 39"/>
          <p:cNvSpPr/>
          <p:nvPr/>
        </p:nvSpPr>
        <p:spPr>
          <a:xfrm>
            <a:off x="786384" y="5998464"/>
            <a:ext cx="10625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BE9E9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8F0E2"/>
          </a:solidFill>
          <a:ln/>
        </p:spPr>
      </p:sp>
      <p:sp>
        <p:nvSpPr>
          <p:cNvPr id="19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193140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19314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E9F4EF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2026-08-16T14:42:37Z</dcterms:created>
  <dcterms:modified xsi:type="dcterms:W3CDTF">2026-08-16T14:42:37Z</dcterms:modified>
</cp:coreProperties>
</file>