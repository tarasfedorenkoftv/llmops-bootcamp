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 відмови виклику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стека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дві теми;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200 OK не підтверджує працездатності LLM-системи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відповідає не по темі»,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LLM-виклику та базовий API-контракт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яка у наступній темі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досягла ліміту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(Тема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3820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3820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72821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1984248"/>
            <a:ext cx="30998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(Тема 4).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89120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82896" y="4700016"/>
            <a:ext cx="6528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882896" y="4956048"/>
            <a:ext cx="6528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temperature=0 не гарантує детермінізму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481888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чого залежить латентність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5994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243584" y="454456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сценарії відмови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невалідний вміст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деградація якості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Архітектура стека: компоненти та межі відповідальності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 як основа операційного контролю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Mock-провайдер для керованого тестування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1 · КЕРОВАНІ ЗБОЇ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недоступний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Тема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2 · ЧУТЛИВІСТЬ ДО ПРОМПТА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реального провайдера та розширеного стека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413662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413662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47888" y="41422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8247888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41664" y="3557016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41664" y="3813048"/>
            <a:ext cx="26700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22199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75234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28269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8130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3434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772400" y="1691640"/>
            <a:ext cx="3858768" cy="3017520"/>
          </a:xfrm>
          <a:prstGeom prst="roundRect">
            <a:avLst>
              <a:gd name="adj" fmla="val 242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0416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046720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193024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375904" y="1691640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точка А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7772400" y="2002536"/>
            <a:ext cx="3858768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88212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3180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0496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20496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38148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45464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45464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88212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913180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0496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20496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1038148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045464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045464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0" name="Shape 47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запуск, перевірка та відтворення збою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Теми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2026-09-07T21:54:39Z</dcterms:created>
  <dcterms:modified xsi:type="dcterms:W3CDTF">2026-09-07T21:54:39Z</dcterms:modified>
</cp:coreProperties>
</file>