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4" name="Text 32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Незнайоме слово — нормально: кожне розберемо на місці. Тут вони лише щоб не спотикатися по ходу.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демо за день — а прод ніколи?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5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5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0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9E9E8"/>
          </a:solidFill>
          <a:ln/>
        </p:spPr>
      </p:sp>
      <p:sp>
        <p:nvSpPr>
          <p:cNvPr id="34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властивості, яких немає у звичайних сервісів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— не про те, як покликати модель, а як експлуатувати її як production-сервіс: керувати вартістю, надійністю, якістю і видимістю.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8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2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6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50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виклику: що летить у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повертається: не тільки текст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вдарилась у 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content_filter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9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2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ціни в одному виклику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не виводиться з кількості запитів. Тому в лозі вхідні й вихідні токени стоять окремо — без них будь-яка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= 0 — це не детермінізм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рядки: чи є потрібне, чи немає забороненого, чи тримається формат. На цьому стоїть golden dataset уроку 10 — expect і forbid, а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Латентність: час залежить від довжини відповіді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197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45312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p95 як характеристику інфраструктури. Зростання p95 однаково легко означає «відповіді подовшали», як і «провайдеру погано» — тому latency у лозі живе поряд із вихідними токенами.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 — і сліпа зона моніторингу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праві категорії — причина, чому цей курс існує: їх ловить лише власний лог, перевірки якості та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капстоуна: шлях запиту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7724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77245"/>
          </a:solidFill>
          <a:ln/>
        </p:spPr>
      </p:sp>
      <p:sp>
        <p:nvSpPr>
          <p:cNvPr id="27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компонентів — і ваші стосунки з ними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провайдера живе тільки в gateway. Секрет у коді застосунку = контуру керування ще немає.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рішення адаптеру: тоді ви вчитеся клікати прапорці інструмента, а не будувати механізм.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log: рядок, з якого виростає весь курс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1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3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3EE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Mock: керовані збої + чутливість до промпта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9E9E8"/>
          </a:solidFill>
          <a:ln/>
        </p:spPr>
      </p:sp>
      <p:sp>
        <p:nvSpPr>
          <p:cNvPr id="33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6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регресію промпта видно автоматично: зламали — перевірки почервоніли. На тижні 5–6 це стане гейтом у CI.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і розширений стек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Берете ключ — одразу поставте ліміт витрат у кабінеті провайдера. Перша операційна звичка курсу.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п'ять кроків + один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5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3EE"/>
          </a:solidFill>
          <a:ln/>
        </p:spPr>
      </p:sp>
      <p:sp>
        <p:nvSpPr>
          <p:cNvPr id="40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447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ваш системний промпт захардкоджений у коді — і це остання доба, коли це прийнятно. Далі: версії, promote і rollback; що стається з якістю, коли «маленьку правку промпта» викочують без сліду; і як зробити відкат за секунди замість розкопок «а як там було вчора».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2026-08-10T14:50:20Z</dcterms:created>
  <dcterms:modified xsi:type="dcterms:W3CDTF">2026-08-10T14:50:20Z</dcterms:modified>
</cp:coreProperties>
</file>