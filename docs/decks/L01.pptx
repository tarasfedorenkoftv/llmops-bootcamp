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Незнайоме слово — нормально: кожне розберемо на місці. Тут вони лише щоб не спотикатися по ходу.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BE9E9"/>
          </a:solidFill>
          <a:ln/>
        </p:spPr>
      </p:sp>
      <p:sp>
        <p:nvSpPr>
          <p:cNvPr id="34" name="Text 31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23" name="Shape 20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не про те, як покликати модель, а як експлуатувати її як production-сервіс: керувати вартістю, надійністю, якістю і видимістю.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8" name="Shape 35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2" name="Shape 39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6" name="Shape 43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50" name="Shape 47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22" name="Text 19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не виводиться з кількості запитів. Тому в лозі вхідні й вихідні токени стоять окремо — без них будь-яка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EFEAFE"/>
          </a:solidFill>
          <a:ln/>
        </p:spPr>
      </p:sp>
      <p:sp>
        <p:nvSpPr>
          <p:cNvPr id="23" name="Text 20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BE9E9"/>
          </a:solidFill>
          <a:ln/>
        </p:spPr>
      </p:sp>
      <p:sp>
        <p:nvSpPr>
          <p:cNvPr id="31" name="Text 28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чи є потрібне, чи немає забороненого, чи тримається формат. На цьому стоїть golden dataset уроку 10 — expect і forbid, а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а не виміряні значення — конкретні числа побачите у власному лозі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p95 як характеристику інфраструктури. Зростання p95 однаково легко означає «відповіді подовшали», як і «провайдеру погано» — тому latency у лозі живе поряд із вихідними токенами.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— причина, чому цей курс існує: їх ловить лише власний лог, перевірки якості та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6" name="Text 13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B8A5A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B8A5A"/>
          </a:solidFill>
          <a:ln/>
        </p:spPr>
      </p:sp>
      <p:sp>
        <p:nvSpPr>
          <p:cNvPr id="27" name="Shape 24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141018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провайдера живе тільки в gateway. Секрет у коді застосунку = контуру керування ще немає.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рішення адаптеру: тоді ви вчитеся клікати прапорці інструмента, а не будувати механізм.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помаранчеві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Text 10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Text 16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5" name="Text 22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Text 28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7" name="Text 34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566928" y="5852160"/>
            <a:ext cx="11064240" cy="475488"/>
          </a:xfrm>
          <a:prstGeom prst="roundRect">
            <a:avLst>
              <a:gd name="adj" fmla="val 23077"/>
            </a:avLst>
          </a:prstGeom>
          <a:solidFill>
            <a:srgbClr val="E9F4EF"/>
          </a:solidFill>
          <a:ln/>
        </p:spPr>
      </p:sp>
      <p:sp>
        <p:nvSpPr>
          <p:cNvPr id="41" name="Text 38"/>
          <p:cNvSpPr/>
          <p:nvPr/>
        </p:nvSpPr>
        <p:spPr>
          <a:xfrm>
            <a:off x="786384" y="5998464"/>
            <a:ext cx="10625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BE9E9"/>
          </a:solidFill>
          <a:ln/>
        </p:spPr>
      </p:sp>
      <p:sp>
        <p:nvSpPr>
          <p:cNvPr id="33" name="Text 30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6" name="Shape 33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Тому регресію промпта видно автоматично: зламали — перевірки почервоніли. На тижні 5–6 це стане гейтом у CI.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141018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поставте ліміт витрат у кабінеті провайдера. Перша операційна звичка курсу.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5" name="Shape 32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E9F4EF"/>
          </a:solidFill>
          <a:ln/>
        </p:spPr>
      </p:sp>
      <p:sp>
        <p:nvSpPr>
          <p:cNvPr id="40" name="Text 37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2" name="Text 39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7840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4476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ваш системний промпт захардкоджений у коді — і це остання доба, коли це прийнятно. Далі: версії, promote і rollback; що стається з якістю, коли «маленьку правку промпта» викочують без сліду; і як зробити відкат за секунди замість розкопок «а як там було вчора».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2026-08-11T18:36:52Z</dcterms:created>
  <dcterms:modified xsi:type="dcterms:W3CDTF">2026-08-11T18:36:52Z</dcterms:modified>
</cp:coreProperties>
</file>