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178040" y="868680"/>
            <a:ext cx="4224528" cy="5120640"/>
          </a:xfrm>
          <a:prstGeom prst="roundRect">
            <a:avLst>
              <a:gd name="adj" fmla="val 519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868680"/>
            <a:ext cx="4224528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фото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два уроки;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2026-08-17T14:29:46Z</dcterms:created>
  <dcterms:modified xsi:type="dcterms:W3CDTF">2026-08-17T14:29:46Z</dcterms:modified>
</cp:coreProperties>
</file>