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і архітектура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 LLM-системи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2E1418"/>
          </a:solidFill>
          <a:ln/>
        </p:spPr>
      </p:sp>
      <p:sp>
        <p:nvSpPr>
          <p:cNvPr id="34" name="Text 31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23" name="Shape 20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4" name="Text 21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4" name="Shape 31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8" name="Shape 35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2" name="Shape 39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6" name="Shape 43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50" name="Shape 47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17141F"/>
          </a:solidFill>
          <a:ln/>
        </p:spPr>
      </p:sp>
      <p:sp>
        <p:nvSpPr>
          <p:cNvPr id="12" name="Text 9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17141F"/>
          </a:solidFill>
          <a:ln/>
        </p:spPr>
      </p:sp>
      <p:sp>
        <p:nvSpPr>
          <p:cNvPr id="15" name="Text 12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17141F"/>
          </a:solidFill>
          <a:ln/>
        </p:spPr>
      </p:sp>
      <p:sp>
        <p:nvSpPr>
          <p:cNvPr id="18" name="Text 15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FF7B7B"/>
          </a:solidFill>
          <a:ln/>
        </p:spPr>
      </p:sp>
      <p:sp>
        <p:nvSpPr>
          <p:cNvPr id="22" name="Text 19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1C1140"/>
          </a:solidFill>
          <a:ln/>
        </p:spPr>
      </p:sp>
      <p:sp>
        <p:nvSpPr>
          <p:cNvPr id="23" name="Text 20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2E1418"/>
          </a:solidFill>
          <a:ln/>
        </p:spPr>
      </p:sp>
      <p:sp>
        <p:nvSpPr>
          <p:cNvPr id="31" name="Text 28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1C1140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/>
        </p:spPr>
      </p:sp>
      <p:sp>
        <p:nvSpPr>
          <p:cNvPr id="13" name="Text 10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/>
        </p:spPr>
      </p:sp>
      <p:sp>
        <p:nvSpPr>
          <p:cNvPr id="16" name="Text 13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17141F"/>
          </a:solidFill>
          <a:ln/>
        </p:spPr>
      </p:sp>
      <p:sp>
        <p:nvSpPr>
          <p:cNvPr id="21" name="Text 18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17141F"/>
          </a:solidFill>
          <a:ln/>
        </p:spPr>
      </p:sp>
      <p:sp>
        <p:nvSpPr>
          <p:cNvPr id="24" name="Text 21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16" name="Text 13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5FD6A0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5FD6A0"/>
          </a:solidFill>
          <a:ln/>
        </p:spPr>
      </p:sp>
      <p:sp>
        <p:nvSpPr>
          <p:cNvPr id="27" name="Shape 24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помаранчеві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Text 10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Text 16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1" name="Text 18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5" name="Text 22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7" name="Text 24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Text 28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33" name="Text 30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7" name="Text 34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39" name="Text 36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566928" y="5852160"/>
            <a:ext cx="11064240" cy="475488"/>
          </a:xfrm>
          <a:prstGeom prst="roundRect">
            <a:avLst>
              <a:gd name="adj" fmla="val 23077"/>
            </a:avLst>
          </a:prstGeom>
          <a:solidFill>
            <a:srgbClr val="102A20"/>
          </a:solidFill>
          <a:ln/>
        </p:spPr>
      </p:sp>
      <p:sp>
        <p:nvSpPr>
          <p:cNvPr id="41" name="Text 38"/>
          <p:cNvSpPr/>
          <p:nvPr/>
        </p:nvSpPr>
        <p:spPr>
          <a:xfrm>
            <a:off x="786384" y="5998464"/>
            <a:ext cx="10625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E1418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A201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102A20"/>
          </a:solidFill>
          <a:ln/>
        </p:spPr>
      </p:sp>
      <p:sp>
        <p:nvSpPr>
          <p:cNvPr id="27" name="Text 24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2E1418"/>
          </a:solidFill>
          <a:ln/>
        </p:spPr>
      </p:sp>
      <p:sp>
        <p:nvSpPr>
          <p:cNvPr id="33" name="Text 30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6" name="Shape 33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93140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19314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5" name="Shape 32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02A20"/>
          </a:solidFill>
          <a:ln/>
        </p:spPr>
      </p:sp>
      <p:sp>
        <p:nvSpPr>
          <p:cNvPr id="40" name="Text 37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2" name="Text 39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6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2700000">
            <a:off x="6207587" y="3431286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9" name="Shape 26"/>
          <p:cNvSpPr/>
          <p:nvPr/>
        </p:nvSpPr>
        <p:spPr>
          <a:xfrm rot="-3000000">
            <a:off x="6235385" y="3405226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30" name="Text 27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2026-08-16T15:39:51Z</dcterms:created>
  <dcterms:modified xsi:type="dcterms:W3CDTF">2026-08-16T15:39:51Z</dcterms:modified>
</cp:coreProperties>
</file>