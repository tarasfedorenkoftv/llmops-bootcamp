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B3261E"/>
          </a:solidFill>
          <a:ln/>
        </p:spPr>
      </p:sp>
      <p:sp>
        <p:nvSpPr>
          <p:cNvPr id="30" name="Text 27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2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5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Shape 19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2026-08-17T11:24:06Z</dcterms:created>
  <dcterms:modified xsi:type="dcterms:W3CDTF">2026-08-17T11:24:06Z</dcterms:modified>
</cp:coreProperties>
</file>