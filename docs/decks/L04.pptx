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Токеноміка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ECEB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Рахунок як спосіб дізнатися про катастрофу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залежить від моделі, довжини контексту, поведінки користувачів і навіть від того, як ви склеюєте промпт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5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перевірки на кшталт LLM-as-judge — такі самі токени; не рахувати їх означає недооцінити рахунок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Рахується все, що ходить у модель: бойові запити, ретраї, класифікатори і власні перевірки якості.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єдине джерело правди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ваша мова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Українською той самий зміст обходиться дорожче — кирилиця скромніше представлена у словниках токенізаторів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9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76809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7024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5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7141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73568" y="187452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20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EB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8174736" y="256032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39776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86384" y="436168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Економити на промпті замість економити на моделі й повторах. «Скоротимо промпт на 30%» — економія в межах найдешевшої ставки; перевести просте питання на дешеву модель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живе в control plane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×16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Пропорції, а не абсолютні цифри, визначають рішення — тому routing з уроку 3 і є головним важелем економії.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лежить біля точки рішення: ціна моделі — вхідний параметр вибору, а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— живі дані, і цін уже не дві, а три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77245"/>
          </a:solidFill>
          <a:ln/>
        </p:spPr>
      </p:sp>
      <p:sp>
        <p:nvSpPr>
          <p:cNvPr id="15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4038C4"/>
          </a:solidFill>
          <a:ln/>
        </p:spPr>
      </p:sp>
      <p:sp>
        <p:nvSpPr>
          <p:cNvPr id="18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1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Розрахунок: три рядки після відповіді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запит користувача — це не один виклик моделі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(W7)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(W7)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(W6)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(W3/W8)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→ 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5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по рядках рахує вартість виклику, а не звернення — помилка в рази, і завжди в бік «у нас усе дешево».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3EE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Групуйте за ідентифікатором звернення, а не за рядком лога — інакше будь-яка цифра вартості систематично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Скільки коштує результат, а не токен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133088"/>
            <a:ext cx="10625328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$400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Записали в момент запиту — будь-який зріз коштує один GROUP BY. Не записали — не реконструюєте вже ніколи.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9E9E8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Оптимізувати вартість зміною промпта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/cost: бюджет поруч із витратою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× cost: важіль стає видимим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4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3EE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Budget-політика: що робити при 80%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1828800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1828800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48226" y="1828800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862072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8F0E2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2862072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48226" y="2862072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895344"/>
            <a:ext cx="11064240" cy="868680"/>
          </a:xfrm>
          <a:prstGeom prst="roundRect">
            <a:avLst>
              <a:gd name="adj" fmla="val 10526"/>
            </a:avLst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3895344"/>
            <a:ext cx="376184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548226" y="3895344"/>
            <a:ext cx="664037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9377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50657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86384" y="53218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частини + опційна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2020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935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764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4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2026-08-10T15:43:05Z</dcterms:created>
  <dcterms:modified xsi:type="dcterms:W3CDTF">2026-08-10T15:43:05Z</dcterms:modified>
</cp:coreProperties>
</file>