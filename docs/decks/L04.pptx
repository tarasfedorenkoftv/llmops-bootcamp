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Токеноміка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cost attribution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довжини контексту, поведінки користувачів і навіть від того, як ви склеюєте промпт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перевірки на кшталт LLM-as-judge — такі самі токени; не рахувати їх означає недооцінити рахунок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бойові запити, ретраї, класифікатори і власні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обходиться дорожче — кирилиця скромніше представлена у словниках токенізаторів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36168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Економити на промпті замість економити на моделі й повторах. «Скоротимо промпт на 30%» — економія в межах найдешевшої ставки; перевести просте питання на дешеву модель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Пропорції, а не абсолютні цифри, визначають рішення — тому routing з уроку 3 і є головним важелем економії.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лежить біля точки рішення: ціна моделі — вхідний параметр вибору, а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B8A5A"/>
          </a:solidFill>
          <a:ln/>
        </p:spPr>
      </p:sp>
      <p:sp>
        <p:nvSpPr>
          <p:cNvPr id="15" name="Text 12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3" name="Text 20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5" name="Text 22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вартість виклику, а не звернення — помилка в рази, і завжди в бік «у нас усе дешево».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ідентифікатором звернення, а не за рядком лога — інакше будь-яка цифра вартості систематично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490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13308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1" name="Text 8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141018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будь-який зріз коштує один GROUP BY. Не записали — не реконструюєте вже ніколи.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BE9E9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Оптимізувати вартість зміною промпта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2880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28800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48226" y="1828800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862072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2862072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48226" y="2862072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3895344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3895344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4548226" y="3895344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66928" y="49377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5065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3218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2026-08-11T18:36:53Z</dcterms:created>
  <dcterms:modified xsi:type="dcterms:W3CDTF">2026-08-11T18:36:53Z</dcterms:modified>
</cp:coreProperties>
</file>