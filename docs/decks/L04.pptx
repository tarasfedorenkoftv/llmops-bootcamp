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B8A5A"/>
          </a:solidFill>
          <a:ln/>
        </p:spPr>
      </p:sp>
      <p:sp>
        <p:nvSpPr>
          <p:cNvPr id="26" name="Text 23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C62A2A"/>
          </a:solidFill>
          <a:ln/>
        </p:spPr>
      </p:sp>
      <p:sp>
        <p:nvSpPr>
          <p:cNvPr id="29" name="Text 26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B8A5A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862072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862072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862072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895344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95344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895344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065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3218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2026-08-16T11:40:59Z</dcterms:created>
  <dcterms:modified xsi:type="dcterms:W3CDTF">2026-08-16T11:40:59Z</dcterms:modified>
</cp:coreProperties>
</file>