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довжини контексту, поведінки користувачів і навіть від того, як ви склеюєте промпт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перевірки на кшталт LLM-as-judge — такі самі токени; не рахувати їх означає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бойові запити, ретраї, класифікатори і власні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обходиться дорожче — кирилиця скромніше представлена у словниках токенізаторів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Економити на промпті замість економити на моделі й повторах. «Скоротимо промпт на 30%» — економія в межах найдешевшої ставки; перевести просте питання на дешеву модель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Пропорції, а не абсолютні цифри, визначають рішення — тому routing з уроку 3 і є головним важелем економії.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лежить біля точки рішення: ціна моделі — вхідний параметр вибору, а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вартість виклику, а не звернення — помилка в рази, і завжди в бік «у нас усе 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ідентифікатором звернення, а не за рядком лога — інакше будь-яка цифра вартості систематично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будь-який зріз коштує один GROUP BY. Не записали — не реконструюєте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Оптимізувати вартість зміною промпта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2026-08-11T20:37:40Z</dcterms:created>
  <dcterms:modified xsi:type="dcterms:W3CDTF">2026-08-11T20:37:40Z</dcterms:modified>
</cp:coreProperties>
</file>