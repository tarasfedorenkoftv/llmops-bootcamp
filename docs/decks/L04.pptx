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05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2100</Words>
  <Application>Microsoft Office PowerPoint</Application>
  <PresentationFormat>Widescreen</PresentationFormat>
  <Paragraphs>365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Taras Fedorenko</cp:lastModifiedBy>
  <cp:revision>3</cp:revision>
  <dcterms:created xsi:type="dcterms:W3CDTF">2026-08-19T12:47:01Z</dcterms:created>
  <dcterms:modified xsi:type="dcterms:W3CDTF">2026-08-20T15:36:36Z</dcterms:modified>
</cp:coreProperties>
</file>