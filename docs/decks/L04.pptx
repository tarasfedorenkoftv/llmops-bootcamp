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Токеноміка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Рахунок як спосіб дізнатися про катастрофу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залежить від моделі, довжини контексту, поведінки користувачів і навіть від того, як ви склеюєте промпт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перевірки на кшталт LLM-as-judge — такі самі токени; не рахувати їх означає недооцінити рахунок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Рахується все, що ходить у модель: бойові запити, ретраї, класифікатори і власні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єдине джерело правди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ваша мова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Українською той самий зміст обходиться дорожче — кирилиця скромніше представлена у словниках токенізаторів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024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7356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9776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36168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Економити на промпті замість економити на моделі й повторах. «Скоротимо промпт на 30%» — економія в межах найдешевшої ставки; перевести просте питання на дешеву модель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живе в control plane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Пропорції, а не абсолютні цифри, визначають рішення — тому routing з уроку 3 і є головним важелем економії.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лежить біля точки рішення: ціна моделі — вхідний параметр вибору, а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— живі дані, і цін уже не дві, а три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77245"/>
          </a:solidFill>
          <a:ln/>
        </p:spPr>
      </p:sp>
      <p:sp>
        <p:nvSpPr>
          <p:cNvPr id="15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4038C4"/>
          </a:solidFill>
          <a:ln/>
        </p:spPr>
      </p:sp>
      <p:sp>
        <p:nvSpPr>
          <p:cNvPr id="18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1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Розрахунок: три рядки після відповіді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запит користувача — це не один виклик моделі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по рядках рахує вартість виклику, а не звернення — помилка в рази, і завжди в бік «у нас усе дешево».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Групуйте за ідентифікатором звернення, а не за рядком лога — інакше будь-яка цифра вартості систематично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результат, а не токен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Записали в момент запиту — будь-який зріз коштує один GROUP BY. Не записали — не реконструюєте вже ніколи.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Оптимізувати вартість зміною промпта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/cost: бюджет поруч із витратою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× cost: важіль стає видимим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Budget-політика: що робити при 80%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828800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48226" y="1828800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862072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862072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48226" y="2862072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895344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95344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48226" y="3895344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065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53218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2026-08-10T18:29:04Z</dcterms:created>
  <dcterms:modified xsi:type="dcterms:W3CDTF">2026-08-10T18:29:04Z</dcterms:modified>
</cp:coreProperties>
</file>