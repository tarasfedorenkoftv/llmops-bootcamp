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Токеноміка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cost attribution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E9F4EF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FBE9E9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9F4EF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B8A5A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C62A2A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BE9E9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B8A5A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C62A2A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8F0E2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4530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FBE9E9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4EF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EFEAFE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FBE9E9"/>
          </a:solidFill>
          <a:ln w="12700">
            <a:solidFill>
              <a:srgbClr val="C62A2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E9F4EF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E9E9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B8A5A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C62A2A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9F4EF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8" name="Text 6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8F0E2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FBE9E9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E9F4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F8F0E2"/>
          </a:solidFill>
          <a:ln w="12700">
            <a:solidFill>
              <a:srgbClr val="9A5B1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FBE9E9"/>
          </a:solidFill>
          <a:ln w="12700">
            <a:solidFill>
              <a:srgbClr val="C62A2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9A5B12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C62A2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1343" y="194767"/>
            <a:ext cx="11716207" cy="6473952"/>
          </a:xfrm>
          <a:prstGeom prst="roundRect">
            <a:avLst>
              <a:gd name="adj" fmla="val 3107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126480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32764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2026-08-16T14:42:38Z</dcterms:created>
  <dcterms:modified xsi:type="dcterms:W3CDTF">2026-08-16T14:42:38Z</dcterms:modified>
</cp:coreProperties>
</file>