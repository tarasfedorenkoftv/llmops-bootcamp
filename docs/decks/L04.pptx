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четвертому уроці. «Скільки коштує наш AI?» — питання, на яке більшість команд відповідає рахунком провайдера наприкінці місяця. І це запізно: вартість LLM-фічі — не константа, вона залежить від моделі, довжини контексту, поведінки користувачів і навіть від того, як ви склеюєте промпт. Сьогодні наша система навчиться знати вартість кожного запиту в момент відповіді. Заведемо прайс моделей у сервісі, порахуємо просту формулу поверх usage, заповнимо поле cost_usd, яке стояло порожнім із першого уроку, і оживимо плитку «Вартість сьогодні» з бюджетом поруч. Це другий урок тижня «Routing + cost» — і саме сьогодні минулий урок окупиться на очах: ви побачите в базі, що ескалація на сильну модель коштує в рази більше за звичайне питання, і вперше порахуєте важіль роутингу в доларах, а не у відчуттях.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результат уроку — конкретними діями. Після сьогоднішнього заняття ви зможете: завести прайс моделей у сервісі — поруч із Route(), там, де ухвалюється рішення про модель; порахувати вартість кожного запиту з блока usage і записати cost_usd у лог; показати одним SELECT, що ескалація коштує дорожче за FAQ — і це видно в базі; оживити GET /cost і плитку «Вартість сьогодні», щоб поруч із витратою стояв бюджет; розкласти витрати за моделлю, днем і версією промпта одним GROUP BY; і пояснити, чому перевірки якості та ретраї рахуються так само, як бойовий трафік, — і чому одне звернення користувача не дорівнює одному виклику моделі. Кожен пункт ви перевірите руками ще сьогодні — у лабораторній.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такий. Спершу проблема: чому рахунок наприкінці місяця — це не облік, а розтин. Потім механіка: блок usage як єдине джерело правди, і чому українською той самий зміст обходиться дорожче. Далі три шматки сьогоднішньої роботи: прайс у сервісі, формула вартості на три рядки і ендпоінт GET /cost, що оживляє плитку консолі. Між ними — дві концептуальні речі, які коштують дорожче за код: чому одне звернення користувача не дорівнює одному виклику моделі, і чому атрибуція важливіша за загальну суму. Блок 08 з'єднає цей урок із минулим: важіль роутингу стане видимим у грошах. Опційний блок 09 — budget-політика: що робити, коли витрати наближаються до порогу. Потім лабораторна на чотири обов'язкові частини плюс опційна, антипатерни тижня і домашнє завдання — сьогодні воно вже зі здачею, бо тиждень 2 закривається.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шість слів. Usage — блок у відповіді провайдера з кількістю токенів: prompt_tokens це вхід, completion_tokens це вихід. Прайс — таблиця цін за тисячу токенів, окремо вхідних і вихідних; у нас вона живе в коді сервісу поруч із роутером. cost_usd — поле лога, куди ми запишемо пораховану вартість запиту; з уроку 1 воно стояло порожнім. Атрибуція — розклад витрат за розрізами: за моделлю, за днем, за версією промпта; саме вона перетворює тривогу на дію. Звернення — це питання користувача, а виклик — це похід у модель; одне звернення легко дає чотири виклики, і плутати їх дорого. І бюджет — цифра, з якою порівнюється сьогоднішня витрата: без неї сума нічого не означає. Далі кожне слово побачимо в коді.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Вартість LLM-фічі — не константа. Вона залежить від моделі, довжини контексту, поведінки користувачів і навіть від того, як ви склеюєте промпт. Поки обліку немає, сценарій завжди однаковий: фіча злітає, всі радіють, наприкінці місяця приходить рахунок удесятеро більший за очікуваний — і починається археологія. Хто витратив? На чому? Коли почалося? Лог мовчить, бо ніхто не писав туди грошей. Є і підступніший бік: оцінювання якості теж коштує. Перевірки на кшталт LLM-as-judge — це такі самі токени, як бойові запити. З практики: я бачив, як пайплайн оцінки з'їдав відчутну частку бюджету просто тому, що його ніхто не рахував окремо — у звіті були лише «бойові» виклики, а judge-виклики летіли повз облік. Звіт сходився, гроші — ні. З уроку 1 це властивість номер два LLM-систем: оплата за токен означає, що вартість визначається поведінкою, а не кількістю запитів. Тому й керувати нею треба на рівні запиту — там, де поведінка видима. Звідси принцип: рахується все, що ходить у модель — бойовий трафік, ретраї, перевірки якості, службові виклики. Будь-який виняток з обліку — це майбутня стаття витрат, про яку ви дізнаєтесь останнім.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Добра новина: все необхідне для обліку вже приходить із кожною відповіддю. Блок usage — стандартна частина відповіді моделі: prompt_tokens і completion_tokens. Наш сервіс парсить ці два числа з першого дня — подивіться в /chat, вони вже їдуть у лог. Вартість — проста формула поверх них: токени, помножені на ціну конкретної моделі, окремо для вхідних і вихідних, бо провайдери тарифікують їх по-різному — вихідні зазвичай у кілька разів дорожчі. Mock повертає реалістичний usage — оцінює токени за довжиною тексту, приблизно чотири символи на токен, — тому вся механіка сьогоднішнього уроку тренується без ключа і без витрат. З реальним провайдером зміняться лише цифри у прайсі: формула, лог і консоль не дізнаються про різницю. Окрема згадка про prompt_tokens: у реальних системах саме вони зазвичай домінують у рахунку, і це неочевидно, поки не подивишся в usage. Системний промпт їде в модель із кожним запитом. А в багатоходовому діалозі з кожним ходом їде і вся попередня історія: десятий хід може коштувати вдесятеро дорожче за перший при тій самій довжині відповіді. Наш SupportGW поки одноходовий, але коли додаватимете історію діалогу — пам'ятайте: розмір вікна контексту — це стаття витрат, якою треба керувати. І чому облік саме в момент запиту, а не з рахунку: рахунок провайдера — агрегат, сума за місяць по ключу. З нього неможливо відповісти на жодне операційне питання. Облік на рівні запиту дає ті самі гроші, але з роздільною здатністю, на якій можливі рішення.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Одиниця обліку — токен, і кількість токенів у тому самому змісті залежить від мови. Англійський текст ділиться приблизно по чотири символи на токен; український — гірше, бо кирилиця скромніше представлена у словниках токенізаторів, і слово часто розпадається на кілька частин. Порядок різниці варто виміряти самому на власних текстах — найпростіше прогнати десяток типових запитів і подивитися prompt_tokens у лозі. Але напрям стабільний: українською той самий зміст обходиться дорожче. З цього ростуть три рішення, які ухвалюють один раз і живуть з ними роками. Перше: мова системного промпта — він їде в кожному запиті, тож його довжина множиться на весь трафік. Друге: скільки історії діалогу тягнути — контекст оплачується повторно на кожному кроці, і українською вікно закінчується швидше. Третє: де тримати довгі інструкції та приклади — якщо вони стабільні, їхнє місце на початку промпта, щоб їх підхопив кеш префікса. І типова помилка: економити на промпті замість економити на моделі й повторах. «Скоротимо системний промпт на 30%» дає економію в межах вхідних токенів — найдешевшої з трьох ставок. Перевести просте питання з сильної моделі на дешеву — це минулий урок — або взагалі не питати вдруге те, що вже спитали — це урок 5 — дає різницю в разах, а не у відсотках. Оптимізуйте в порядку зменшення важеля, а не в порядку простоти.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Перший шматок сьогоднішньої роботи — табличка цін за тисячу токенів: словник із двох пар чисел, для mock-mini і mock-strong, окремо вхідні й вихідні. Числа навчальні, але пропорції списані з реальних прайсів: сильна модель дорожча за дешеву приблизно в шістнадцять разів, вихідні токени дорожчі за вхідні в чотири. Саме ці пропорції, а не абсолютні цифри, визначають операційні рішення — і саме тому routing з минулого уроку є головним важелем економії. Чому словник у коді, а не таблиця в базі чи конфіг адаптера? Для двох моделей — бо це найпростіше місце, яке видно в діфі. Принципово інше: прайс лежить поруч із точкою рішення — там же, де Route(). Ціна моделі — вхідний параметр маршрутизації, а не бухгалтерська довідка: змінюється прайс — переглядається політика. І суміжне питання, яке варто закрити явно: чому вартість рахує сервіс, а не адаптер, який теж бачить usage? З тієї ж причини, що й routing: вартість — це частина вашого лог-рядка, і рахувати її треба там, де відомий увесь контекст запиту — версія промпта, майбутні тенант і фіча. Адаптер знає ціну виклику, але не знає, чий це виклик; облік у чужому шарі означає вічний join двох систем із двома правдами. Джерело правди про гроші має жити поруч із рештою правди — у вашому лозі.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Тримайте прайс живим: застарілі ціни — це не разова помилка, а систематичне викривлення всіх звітів одразу. З практики платформи, де я веду облік вартості для голосових і чатових агентів: у каталозі моделей ми ловили застарілі ціни, які вже розійшлися з тарифами постачальника, — і виправляли їх окремими комітами, як баги. А ще тарифікація ускладнюється швидше, ніж здається: у реальних прайсів окрема ціна на кешовані токени, а в cost-записі довелося зробити обов'язковим поле регіону — та сама модель у різних регіонах коштує по-різному. Словник із двох пар чисел — правильний старт, але закладайте в голову: прайс — це живі дані з власником і датою, а не константа. Про кешовані токени варто сказати два речення, бо це вже мейнстрім тарифікації. Сучасні провайдери вміють кешувати префікс промпта на своєму боці: незмінна частина — системний промпт, схеми інструментів — на повторних викликах тарифікується в рази дешевше, ніж «свіжі» вхідні токени. Для систем із довгим системним промптом це помітна стаття економії, і в чесному прайсі тоді вже не дві ціни на модель, а три: вхідні, кешовані вхідні, вихідні. Не плутайте з кешем відповідей, який ми збудуємо наступного тижня: той прибирає виклик моделі цілком, цей — здешевлює виклик зсередини; вони не конкурують, а складаються. І лайфхак: раз на місяць звіряйте суму зі свого лога з рахунком провайдера. Розбіжність понад кілька відсотків — це діра в обліку: неврахований сервіс, службові виклики повз лог або застарілий прайс. Дешева звичка, яка ловить дорогі сюрпризи.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Другий шматок — сама вартість. Після парсингу відповіді, поруч із latency_ms: беремо usage, дістаємо ціну моделі з прайсу і рахуємо — вхідні токени на ставку вхідних плюс вихідні на ставку вихідних, поділені на тисячу. Дві операційні дрібниці, які виглядають дріб'язком, а насправді ні. Перша: якщо моделі немає у прайсі — пишемо null, а не нуль. Нуль — це брехня: «запит був безкоштовний». Null — чесне «не знаємо», яке легко знайти запитом і полагодити прайс. Єдиний випадок, де нуль у cost_usd чесний, — кеш-хіт, коли запит справді нічого не коштував; він з'явиться на уроці 5. Друга дрібниця: округлення до шести знаків збігається з типом колонки NUMERIC(10,6). На копійчаних цифрах mock це неважливо — на мільйонах реальних запитів неузгоджене округлення дає розбіжності, які потім шукають тижнями. І все — costUsd їде в LogRequest, у поле, що стояло порожнім із уроку 1. Кожен рядок лога тепер відповідає на питання «скільки коштував цей конкретний запит».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Найпідступніша помилка в обліку вартості робиться не в арифметиці, а в одиниці вимірювання. Ви порахували ціну виклику — і вважаєте, що знаєте ціну запиту. Це правда рівно доти, доки в системі немає нічого з того, що ми будуємо далі. Подивіться, що станеться з одним питанням користувача, коли контур доросте. Ретрай після 429 або таймаута — виклик другий, і токени за перший, невдалий, вам теж порахують, якщо модель уже почала відповідати. Fallback на іншу модель — виклик третій, причому за іншим прайсом: резерв часто дорожчий, бо береться сильніша модель. Tool-цикл з уроку 6 — це два виклики на одне питання, і другий несе в собі і промпт, і результат інструмента. Guardrail-класифікатор чи класифікатор маршруту — ще один виклик, якщо він модельний. Тобто одне питання цілком реально коштує чотирьох викликів — і в лозі це чотири рядки. Якщо рахувати «середню вартість запиту» як середнє по рядках, ви рахуєте середню вартість виклику — зовсім іншу, значно меншу й приємнішу цифру. Помилка в рази, у бік «у нас усе дешево». У нашому контурі поки рівно один виклик на звернення, тому request_id як первинного ключа достатньо. Коли викликів стане більше, схема зміниться: окремий id стає первинним ключем, request_id — колонкою з індексом, спільною для всіх викликів звернення, — і вартість звернення це SUM із GROUP BY, а не AVG. Принцип «ключ звернення не дорівнює ключу виклику» запам'ятайте зараз — застосуєте при першій появі другого виклику. І практична деталь: ретрай і fallback — виклики, які не дійшли до користувача, але гроші за них списані. Розрізняйте в лозі виклик успішний і виклик-спробу — інакше одного дня вартість зросте на 40% при незмінній кількості відповідей, і ви півдня шукатимете «звідки», поки не згадаєте про інцидент у провайдера й лавину ретраїв.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Остання одиниця, до якої варто дійти, — не технічна. Керівництву й фінансам байдужа ціна токена; їм зрозуміла ціна вирішеного звернення: скільки коштує закрити один запит користувача без людини. Ця цифра рахується елементарно, коли є облік по request_id і будь-яка ознака результату — ескалація сталася чи ні. І саме вона перетворює вашу роботу на аргумент: «фіча обробляє N звернень на тиждень по X центів за звернення проти Y хвилин оператора». Та сама цифра — єдиний спосіб чесно порівняти дешеву модель із сильною. Дешева модель, яка вдвічі частіше ескалює на людину, не економить нічого: ви зменшили ціну виклику і збільшили ціну результату. Порівнювати прайси в такій ситуації безглуздо — порівнювати треба вартість вирішеного звернення. До KPI-мови ми повернемося на останньому уроці, але лічильники для неї закладаються тут: cost_usd у кожному рядку плюс ознака результату — і бізнес-цифра готова.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«Ми витратили 400 доларів цього місяця» — марна цифра: з неї не випливає жодної дії. «310 з них — ескалації на strong-моделі, з яких третина за ключовими словами могла піти на mini» — це вже рішення з порахованим ефектом. Різниця між першим і другим — атрибуція: вміння розкласти суму за осями. Мінімальний набір розрізів у нас уже є, бо все лежить в одному лог-рядку: за моделлю — чи справді дороге дістається тільки складному; за днем — тренд і сплески. Дорослі розрізи — per-team, per-feature, per-tenant — це не нова система, а додаткові колонки в тому самому рядку: хто спитав, з якої фічі, для якого клієнта. Записали в момент запиту — і будь-який зріз коштує один GROUP BY. Не записали — і реконструювати заднім числом уже неможливо. Як це працює в бою — розслідування сплеску вартості за три запити. Крок перший: групування за днем — коли почалося; у вівторок. Крок другий: той самий день, групування за моделлю — розподіл трафіку не змінився, отже справа не в роутері. Крок третій: групування за версією промпта з середніми prompt_tokens — а у вівторок якраз активували нову версію, вдвічі довшу, і кожен запит повіз зайві токени. П'ять хвилин від «чому дорого» до конкретної активації — проти археології з блока 01, яка займала тижні. Уся різниця — в тому, що поля були записані в момент запиту. І типова помилка: оптимізувати вартість зміною промпта наосліп. Без цифри до/після ви не знаєте ні ефекту, ні побічної шкоди якості. Спершу зріз по лозі, потім зміна, потім той самий зріз — інакше це не оптимізація, а ритуал.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Третій шматок оживляє консоль. Ендпоінт /cost: сума за сьогодні — прямо з лога, одним запитом. Поруч — budget_usd: у нас це поки константа, і це свідомо. Головна дія відбувається в консолі: плитка «Вартість сьогодні» замість «—» оживає. Одна чесна дрібниця: ендпоінт віддає точне значення — наприклад, нуль цілих дві десятитисячні долара, — а готова консоль округлює до центів. Тож на mock плитка показує нуль доларів нуль центів проти п'яти доларів бюджету, і це очікувано; точне значення перевіряйте через GET /cost. Цифри на mock смішні — механіка бойова: та сама плитка з реальним ключем показуватиме реальні долари, не змінивши жодного рядка. Навіщо бюджет у відповіді, якщо він константа? Бо бюджет — це поріг дії, а не звіт. Цифра витрати без порогу поруч — просто число: незрозуміло, радіти йому чи бити на сполох. Пара «витрачено / ліміт» — це вже стан системи, на який можна вішати реакції — і саме це опційна частина сьогоднішнього уроку.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Сьогоднішній облік — це ще й момент, коли минулий урок окупається на очах. Напишіть боту звичайне питання і ескалацію, потім один SELECT по двох останніх рядках лога: ескалація на mock-strong коштує в рази більше за FAQ на mock-mini — при однаковій довжині розмови. Тепер уявіть, що роутера немає і весь трафік іде на strong: помножте різницю на добовий обсяг — це і є ціна рішення «одна модель на все», тільки тепер вона порахована, а не відчута. Звідси головний висновок тижня: маршрутизація — не «оптимізація потім», а найбільший важіль вартості, який у вас є. Промпт-дієти і кеш — наступний тиждень — економлять відсотки; правильний розподіл трафіку між моделями — рази. І ще один наслідок, вартий фіксації: тепер будь-яку зміну в системі можна оцінювати в грошах. Нова версія промпта стала довшою — зріз по prompt_version покаже, наскільки подорожчав середній запит. Змінили правила роутера — розподіл по моделях і сума за день скажуть, чи виправдано. Облік перетворює суперечки «здається, стало дорого» на порівняння двох SQL-запитів.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опційний блок — і опційна частина ДЗ тижня 2. Цифра і поріг є — можна вішати політику: реакцію на наближення до бюджету. Три робочі варіанти, за зростанням рішучості. Алерт: при вісімдесяти відсотках бюджету писати подію в лог, а на проді — в канал чергового. Це мінімум, який мусить бути завжди: перевитрата не має бути сюрпризом. Деградація: вище порогу routing примусово переводить неескалаційний трафік на дешевшу модель. Якість трохи просідає, сервіс живе, бюджет цілий. Відсікання: не-критичні запити отримують заготовлену відповідь без походу в модель. Найжорсткіший варіант — але чесніший за мовчазне падіння, коли бюджет реально твердий. Зверніть увагу на форму всіх трьох: умова на цифрі з лога — зміна поведінки control plane. Це шаблон, у який далі ляжуть і fallback на тижні 4, і гейт якості на тижні 6. Механізм щоразу новий — форма рішення та сама. Практична дрібниця для реалізації: перевірка порогу — це той самий запит, що і в /cost, тож найпростіше місце для неї — початок /chat, до вибору моделі. Дорого на кожен запит? Тоді фонова перевірка раз на хвилину, яка виставляє прапорець «економний режим», — а роутер лише читає прапорець. Обидва варіанти робочі; головне, щоб рішення про режим і його причина потрапляли в лог.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екрана — що саме ви зараз побачите і навіщо. Послідовність така: прайс у коді сервісу — дві моделі, чотири числа; звичайне питання і ескалація в чаті — роутер з минулого уроку розводить їх по різних моделях; SELECT по свіжих рядках лога — cost_usd заповнений, і в ескалації цифра помітно більша; і нарешті плитка «Вартість сьогодні» в консолі — жива, з бюджетом поруч. Навіщо це все: побачити гроші в момент відповіді, а не в рахунку наприкінці місяця, — і вперше побачити важіль роутингу порахованим, а не відчутим. [Ведучому: демо йде на бранчі w2 еталона; перед записом docker compose down -v і up. Після up дочекайтеся готовності gateway — health-ендпоінт або ~30 секунд: до готовності запити падають тихо, status=0 і нульові токени в лозі. Кирилиця інлайном у curl на Git Bash манглиться навіть після chcp 65001 — питання й ескалацію робіть через чат в UI або тілом з файлу; ASCII-маркери стійкі. Плитка консолі округлює до центів, тож на mock показує $0.00 / $5.00 — точне значення показуйте через GET /cost. Порти 4200/8080/4000/5432 мають бути вільні; шрифт термінала і psql — 14–16pt мінімум.]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Частина перша: завести прайс. Словник цін за тисячу токенів для mock-mini і mock-strong — пропорції як у реальних прайсів: strong помітно дорожча, вихідні дорожчі за вхідні. Частина друга: порахувати і записати. Після відповіді моделі: usage, формула, cost_usd, лог. Перевірити запитом SELECT model, cost_usd FROM requests ORDER BY created_at DESC — у ескалацій цифра помітно більша. Частина третя: оживити GET /cost. Сума за сьогодні з бази плюс бюджет; плитка в консолі показує суму і п'ять доларів бюджету замість «—». Пам'ятайте про округлення: плитка покаже нуль центів, точне значення — через GET /cost. Частина четверта, без коду: проговорити пороги. Що робити при вісімдесяти відсотках бюджету — алерт, деградація чи відсікання? Сформулюйте свій вибір одним реченням і запишіть поруч із fallback-порядком з минулого уроку. І опційна п'ята: реалізувати обрану політику в коді — умова на цифрі з /cost, зміна поведінки роутера або заглушка. Це опційна частина ДЗ тижня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Зафіксуємо, що ми щойно побачили — і що це доводить. Перше: вартість тепер відома в момент відповіді. У кожному новому рядку лога заповнений cost_usd — рахунок провайдера перестав бути єдиним джерелом правди про гроші, і археологія з блока 01 нам більше не загрожує. Друге: важіль роутингу порахований. Ескалація на strong-моделі коштує в рази більше за FAQ на mini — це видно простим SELECT у базі. Минулий урок окупився на очах: розподіл трафіку між моделями — це рази, а не відсотки. Третє: пара «витрачено / ліміт» на плитці — це вже стан системи, а не просто число. На цей стан можна вішати реакції — алерт, деградацію, відсікання, — і саме це опційна частина ДЗ тижня. Разом ці три картинки закривають тиждень «Routing + cost»: система вміє обирати модель за задачею і знає, скільки коштує кожне її рішення.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розійтися — чесна перевірка обов'язкової доріжки, без оцінок. Чотири пункти. Перший: у кожного нового запиту заповнений cost_usd — не null і не прочерк. Другий: ескалація коштує дорожче за FAQ, і це видно в базі простим SELECT — якщо цифри однакові, подивіться, чи роутер справді розводить питання по різних моделях. Третій: плитка вартості в консолі показує число і бюджет, а не «—»; пам'ятайте, що на mock вона покаже нуль центів через округлення — точне значення дає GET /cost. І четвертий, концептуальний: можу пояснити, чому evals треба рахувати теж. Підказка — принцип із блока 01: рахується все, що ходить у модель; judge-виклики — такі самі токени, як бойові. Якщо всі чотири пункти — «так», ДЗ тижня 2 у вас практично готове. Питання, які лишилися, — несіть у канал потоку або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способи зіпсувати собі облік вартості — всі перевірені чужими граблями. Дізнаватися вартість із рахунку наприкінці місяця: це не облік, це розтин — діагноз точний, але пацієнта вже не врятувати. Рахувати «в середньому по лікарні»: сума без атрибуції за моделлю і задачею не дає жодного рішення — тільки тривогу. Різниця між «$400 за місяць» і «$310 — ескалації на strong» — це різниця між панікою і планом. Не рахувати judge- і eval-виклики, бо «це ж службове»: службові токени коштують стільки ж, скільки бойові. Виняток з обліку — майбутня стаття витрат, про яку ви дізнаєтесь останнім. І оптимізувати вартість без цифри до/після: скорочення промпта наосліп — це ритуал, а не інженерія. Спершу зріз по лозі, потім зміна, потім той самий зріз.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Сьогодні другий урок тижня — отже, ДЗ тижня 2 здається. Обидва уроки тижня здаються одним PR: маршрутизація з уроку 3 плюс сьогоднішній облік вартості. Критерії приймання коротко: звичайне питання і ескалація дають різні моделі в requests; cost_usd заповнюється ненульовими значеннями; GET /cost повертає today_usd і budget_usd, і плитка в консолі жива. Повні критерії — у файлі ДЗ тижня. Опційно, без оцінювання: budget-політика — при вісімдесяти відсотках бюджету алерт у лог або деградація на дешевшу модель; і третій маршрут — окремий tier для FAQ, ескалацій і «всього іншого». Нагадаю: опційна частина не впливає на прийняття PR — але обидві теми ми сьогодні розібрали настільки, що реалізація займе вечір.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Рахується все, що ходить у модель: бойовий трафік, ретраї, перевірки якості, службові виклики — будь-який виняток з обліку стане статтею витрат, про яку ви дізнаєтесь останнім. Вартість кожного запиту тепер відома в момент відповіді: usage, формула, cost_usd у лозі — і null замість нуля там, де ми чесно не знаємо. Звернення не дорівнює виклику: вартість міряється в одиницях, якими користується бізнес, — аж до ціни вирішеного звернення, яка і є чесним способом порівнювати моделі. Атрибуція важливіша за суму: поля, записані в момент запиту, перетворюють розслідування сплеску на три GROUP BY. І головний висновок тижня: маршрутизація — найбільший важіль вартості, рази проти відсотків, а бюджет поруч із витратою — це поріг дії, на який можна вішати політики. Наступний урок відкриває тиждень 3. Ми навчилися платити менше за той самий трафік — наступний крок радикальніший: найдешевший запит той, якого не було. Кеш: коли можна не ходити в модель узагалі, як міряти ефект через cache-hit ratio і чому кеш без метрики — це віра, а не інженерія. До зустрічі.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Токеноміка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cost attribution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2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7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1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5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9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0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1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3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13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7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21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4" name="Text 20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6" name="Text 2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9" name="Text 2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3" name="Text 9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692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0" name="Shape 6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76809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27024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5" name="Shape 11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2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447141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97356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20" name="Shape 16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17473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66928" y="39776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5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786384" y="436168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1" name="Text 7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2" name="Text 8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4" name="Text 10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B8A5A"/>
          </a:solidFill>
          <a:ln/>
        </p:spPr>
      </p:sp>
      <p:sp>
        <p:nvSpPr>
          <p:cNvPr id="16" name="Text 12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9" name="Text 15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C62A2A"/>
          </a:solidFill>
          <a:ln/>
        </p:spPr>
      </p:sp>
      <p:sp>
        <p:nvSpPr>
          <p:cNvPr id="22" name="Text 18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8F0E2"/>
          </a:solidFill>
          <a:ln/>
        </p:spPr>
      </p:sp>
      <p:sp>
        <p:nvSpPr>
          <p:cNvPr id="24" name="Text 20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1" name="Text 7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4" name="Text 10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3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23" name="Text 19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4" name="Text 20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6" name="Text 22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8" name="Text 2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413308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10" name="Text 6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2" name="Text 8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3" name="Text 9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BE9E9"/>
          </a:solidFill>
          <a:ln/>
        </p:spPr>
      </p:sp>
      <p:sp>
        <p:nvSpPr>
          <p:cNvPr id="19" name="Text 1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B8A5A"/>
          </a:solidFill>
          <a:ln/>
        </p:spPr>
      </p:sp>
      <p:sp>
        <p:nvSpPr>
          <p:cNvPr id="12" name="Text 8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C62A2A"/>
          </a:solidFill>
          <a:ln/>
        </p:spPr>
      </p:sp>
      <p:sp>
        <p:nvSpPr>
          <p:cNvPr id="15" name="Text 11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9" name="Text 1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182880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1828800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48226" y="1828800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66928" y="2862072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8F0E2"/>
          </a:solidFill>
          <a:ln/>
        </p:spPr>
      </p:sp>
      <p:sp>
        <p:nvSpPr>
          <p:cNvPr id="14" name="Text 10"/>
          <p:cNvSpPr/>
          <p:nvPr/>
        </p:nvSpPr>
        <p:spPr>
          <a:xfrm>
            <a:off x="786384" y="2862072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548226" y="2862072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66928" y="3895344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BE9E9"/>
          </a:solidFill>
          <a:ln/>
        </p:spPr>
      </p:sp>
      <p:sp>
        <p:nvSpPr>
          <p:cNvPr id="17" name="Text 13"/>
          <p:cNvSpPr/>
          <p:nvPr/>
        </p:nvSpPr>
        <p:spPr>
          <a:xfrm>
            <a:off x="786384" y="3895344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4548226" y="3895344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49377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786384" y="5065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86384" y="53218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3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8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3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2026-08-15T07:48:34Z</dcterms:created>
  <dcterms:modified xsi:type="dcterms:W3CDTF">2026-08-15T07:48:34Z</dcterms:modified>
</cp:coreProperties>
</file>