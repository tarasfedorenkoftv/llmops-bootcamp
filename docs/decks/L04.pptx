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Токеноміка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cost attribution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B8A5A"/>
          </a:solidFill>
          <a:ln/>
        </p:spPr>
      </p:sp>
      <p:sp>
        <p:nvSpPr>
          <p:cNvPr id="26" name="Text 23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C62A2A"/>
          </a:solidFill>
          <a:ln/>
        </p:spPr>
      </p:sp>
      <p:sp>
        <p:nvSpPr>
          <p:cNvPr id="29" name="Text 26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BE9E9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B8A5A"/>
          </a:solidFill>
          <a:ln/>
        </p:spPr>
      </p:sp>
      <p:sp>
        <p:nvSpPr>
          <p:cNvPr id="15" name="Text 12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E9F4EF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FBE9E9"/>
          </a:solidFill>
          <a:ln w="12700">
            <a:solidFill>
              <a:srgbClr val="C62A2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E9F4EF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F8F0E2"/>
          </a:solidFill>
          <a:ln w="12700">
            <a:solidFill>
              <a:srgbClr val="9A5B1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FBE9E9"/>
          </a:solidFill>
          <a:ln w="12700">
            <a:solidFill>
              <a:srgbClr val="C62A2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9A5B1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C62A2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2026-08-16T12:24:02Z</dcterms:created>
  <dcterms:modified xsi:type="dcterms:W3CDTF">2026-08-16T12:24:02Z</dcterms:modified>
</cp:coreProperties>
</file>