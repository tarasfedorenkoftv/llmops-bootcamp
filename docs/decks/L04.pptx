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7608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23036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9808" y="50337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0337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47000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495604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530809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53080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5458968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2026-09-02T11:10:49Z</dcterms:created>
  <dcterms:modified xsi:type="dcterms:W3CDTF">2026-09-02T11:10:49Z</dcterms:modified>
</cp:coreProperties>
</file>