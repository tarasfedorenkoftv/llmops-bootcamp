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FF7B7B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5F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FF7B7B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E8A8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7B7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2026-08-16T21:08:20Z</dcterms:created>
  <dcterms:modified xsi:type="dcterms:W3CDTF">2026-08-16T21:08:20Z</dcterms:modified>
</cp:coreProperties>
</file>