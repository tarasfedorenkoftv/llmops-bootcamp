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ТЕМА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1937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193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276088"/>
            <a:ext cx="10168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9808" y="52395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43584" y="49743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243584" y="523036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(Тема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(Тема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(Тема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(Теми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9808" y="50337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0337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47000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495604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" y="530809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0" name="Text 17"/>
          <p:cNvSpPr/>
          <p:nvPr/>
        </p:nvSpPr>
        <p:spPr>
          <a:xfrm>
            <a:off x="749808" y="53080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43584" y="5458968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Теми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PR: маршрутизація з Теми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2026-09-07T21:54:39Z</dcterms:created>
  <dcterms:modified xsi:type="dcterms:W3CDTF">2026-09-07T21:54:39Z</dcterms:modified>
</cp:coreProperties>
</file>