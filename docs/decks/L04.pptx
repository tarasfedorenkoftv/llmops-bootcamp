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ТЕМА 4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Токеноміка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cost attribution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51937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0" name="Text 27"/>
          <p:cNvSpPr/>
          <p:nvPr/>
        </p:nvSpPr>
        <p:spPr>
          <a:xfrm>
            <a:off x="749808" y="5193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1243584" y="50200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1243584" y="5276088"/>
            <a:ext cx="10168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66928" y="345643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зміст, дві мови — у токенах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66928" y="371246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English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2852928" y="3788176"/>
            <a:ext cx="1732547" cy="269199"/>
          </a:xfrm>
          <a:prstGeom prst="roundRect">
            <a:avLst>
              <a:gd name="adj" fmla="val 16984"/>
            </a:avLst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7196328" y="371246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токенів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66928" y="431596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2852928" y="4391680"/>
            <a:ext cx="4114800" cy="269199"/>
          </a:xfrm>
          <a:prstGeom prst="roundRect">
            <a:avLst>
              <a:gd name="adj" fmla="val 16984"/>
            </a:avLst>
          </a:prstGeom>
          <a:solidFill>
            <a:srgbClr val="B3261E"/>
          </a:solidFill>
          <a:ln/>
        </p:spPr>
      </p:sp>
      <p:sp>
        <p:nvSpPr>
          <p:cNvPr id="30" name="Text 27"/>
          <p:cNvSpPr/>
          <p:nvPr/>
        </p:nvSpPr>
        <p:spPr>
          <a:xfrm>
            <a:off x="7196328" y="43159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 токенів — та сама фраза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66928" y="48463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49808" y="52395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3" name="Text 30"/>
          <p:cNvSpPr/>
          <p:nvPr/>
        </p:nvSpPr>
        <p:spPr>
          <a:xfrm>
            <a:off x="749808" y="5239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43584" y="49743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1243584" y="523036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06B41"/>
          </a:solidFill>
          <a:ln/>
        </p:spPr>
      </p:sp>
      <p:sp>
        <p:nvSpPr>
          <p:cNvPr id="16" name="Text 13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B3261E"/>
          </a:solidFill>
          <a:ln/>
        </p:spPr>
      </p:sp>
      <p:sp>
        <p:nvSpPr>
          <p:cNvPr id="22" name="Text 19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(Тема 7)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(Тема 7)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(Тема 6)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(Теми 3 і 8)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9808" y="50337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0337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47000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4956048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вирішено ботом  ·  $0.90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на оператора  ·  $46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66928" y="3273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звернень за день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66928" y="4261104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3891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645152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49808" y="530809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0" name="Text 17"/>
          <p:cNvSpPr/>
          <p:nvPr/>
        </p:nvSpPr>
        <p:spPr>
          <a:xfrm>
            <a:off x="749808" y="53080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43584" y="5458968"/>
            <a:ext cx="101681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Теми 1 — тепер жива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2" name="Text 9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15" name="Text 12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18288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18288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268833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268833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268833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547872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547872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547872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62272"/>
            <a:ext cx="8851392" cy="402336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9418320" y="4462272"/>
            <a:ext cx="1327709" cy="40233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10746029" y="4462272"/>
            <a:ext cx="885139" cy="402336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2" name="Shape 19"/>
          <p:cNvSpPr/>
          <p:nvPr/>
        </p:nvSpPr>
        <p:spPr>
          <a:xfrm>
            <a:off x="9418320" y="4389120"/>
            <a:ext cx="0" cy="548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746029" y="4389120"/>
            <a:ext cx="0" cy="548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4956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витрачений бюджет місяця:  </a:t>
            </a:r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80% — норма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— алерт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92% — деградація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— відсікання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6168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56285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56285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7492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6285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6168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456285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56285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07492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456285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156448" y="17373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9" name="Shape 26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30" name="Shape 27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31" name="Text 28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psql · requests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21040" y="215798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8321040" y="2379497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8321040" y="260101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ORDER BY created_at DESC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8321040" y="282252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LIMIT 2;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8321040" y="304403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8321040" y="326555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mock-strong | 0.0042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8321040" y="348706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mock-mini   | 0.0003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8321040" y="370857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8321040" y="393009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ескалація ≈ ×14 дорожча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292608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8152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361188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11480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27024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80060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156448" y="1737360"/>
            <a:ext cx="3474720" cy="3429000"/>
          </a:xfrm>
          <a:prstGeom prst="roundRect">
            <a:avLst>
              <a:gd name="adj" fmla="val 21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Shape 15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0" name="Text 17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· після Теми 4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266176" y="2139696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339328" y="2176272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8339328" y="2623139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387840" y="2139696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460992" y="2176272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9460992" y="2623139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$0.0045 / $5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10509504" y="2139696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582656" y="2176272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0582656" y="2623139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8266176" y="3653028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39328" y="3689604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8339328" y="4136471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9387840" y="3653028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460992" y="3689604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9460992" y="4136471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10509504" y="3653028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582656" y="3689604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10582656" y="4136471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566928" y="53492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86384" y="54955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теми тижня здаються одним PR: маршрутизація з Теми 3 плюс сьогоднішній облік вартості.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2026-09-08T12:32:05Z</dcterms:created>
  <dcterms:modified xsi:type="dcterms:W3CDTF">2026-09-08T12:32:05Z</dcterms:modified>
</cp:coreProperties>
</file>