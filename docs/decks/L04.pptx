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5FD6A0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FF7B7B"/>
          </a:solidFill>
          <a:ln/>
        </p:spPr>
      </p:sp>
      <p:sp>
        <p:nvSpPr>
          <p:cNvPr id="29" name="Text 26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E1418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5FD6A0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FF7B7B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2E1418"/>
          </a:solidFill>
          <a:ln w="12700">
            <a:solidFill>
              <a:srgbClr val="FF7B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2A2010"/>
          </a:solidFill>
          <a:ln w="12700">
            <a:solidFill>
              <a:srgbClr val="E8A8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2E1418"/>
          </a:solidFill>
          <a:ln w="12700">
            <a:solidFill>
              <a:srgbClr val="FF7B7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E8A85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7B7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2026-08-16T16:28:38Z</dcterms:created>
  <dcterms:modified xsi:type="dcterms:W3CDTF">2026-08-16T16:28:38Z</dcterms:modified>
</cp:coreProperties>
</file>