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2 · ТЕМА 4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Токеноміка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і cost attribution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«Скільки коштує наш AI?» — питання, на яке більшість команд відповідає рахунком наприкінці місяця. Це запізно. Сьогодні система знатиме вартість кожного запиту в момент відповіді.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Завести прайс у сервісі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поруч із Route(), де ухвалюється рішення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Порахувати вартість запиту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момент відповіді, а не в рахунку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Показати різницю SELECT'ом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ескалація дорожча за FAQ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Оживити плитку вартості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/cost із бюджетом поруч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Розкласти витрати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моделлю, днем і версією промпта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Рахунок як спосіб дізнатися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— джерело правди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Прайс у control plane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Розрахунок: три рядки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Звернення ≠ виклик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Атрибуція важливіша за суму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/cost і бюджет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 × cost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Budget-політика · опційно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«дізналися з рахунку» — до цифри, яка з'являється разом із відповіддю.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prompt_tokens (вхід) і completion_tokens (вихід) у відповіді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прайс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ціни за 1k токенів, окремо вхідних і вихідних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cost_usd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поле лога з порахованою вартістю запиту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атрибуція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розклад витрат за моделлю, днем, версією промпта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звернення ≠ виклик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одне питання — до чотирьох походів у модель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бюджет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цифра, з якою порівнюється сьогоднішня витрата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побачимо в коді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Рахунок як спосіб дізнатися про катастрофу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9202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920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фіча злітає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81528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209544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19202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02152" y="1920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рахунок ×10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61888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6089904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19202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1920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археологія: хто? на чому?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42248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970264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9208008" y="19202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262872" y="1920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 мовчить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306324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768096" y="32186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Вартість — не константа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68096" y="374904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залежить від моделі, контексту, поведінки користувачів і склейки промпта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81928" y="306324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6483096" y="32186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Оцінювання якості теж коштує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483096" y="374904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LLM-as-judge — такі самі токени; не рахувати = недооцінити рахунок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4892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" y="519379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243584" y="502005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243584" y="5276088"/>
            <a:ext cx="10168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Рахується все, що ходить у модель: запити, ретраї, класифікатори, evals.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Usage — єдине джерело правди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760720" cy="1234440"/>
          </a:xfrm>
          <a:prstGeom prst="roundRect">
            <a:avLst>
              <a:gd name="adj" fmla="val 8889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5321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"usage"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"prompt_tokens"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184,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"completion_tokens"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46 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15468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3300984"/>
            <a:ext cx="5321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вартість = токени × ціна моделі, окремо вхідні й вихідні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29400" y="1737360"/>
            <a:ext cx="5001768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830568" y="1892808"/>
            <a:ext cx="4599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Вихідні дорожчі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830568" y="2423160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провайдери тарифікують їх у кілька разів вище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3154680"/>
            <a:ext cx="5001768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6830568" y="3310128"/>
            <a:ext cx="4599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prompt_tokens домінують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830568" y="3840480"/>
            <a:ext cx="4599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історія та інструкції важать більше за відповідь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4348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45628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 ПОВЕРТАЄ РЕАЛІСТИЧНИЙ USAGE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86384" y="4818888"/>
            <a:ext cx="106253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Оцінює токени за довжиною тексту (~4 символи на токен) — механіка тренується без ключа і без витрат; з реальним провайдером зміняться лише цифри у прайсі.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Скільки коштує Ваша мова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Українською той самий зміст дорожчий: кирилиця гірше представлена в токенізаторах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49047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490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18745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20574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2029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Мова системного промпта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68096" y="256032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він їде в кожному запиті — довжина множиться на весь трафік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0248" y="18745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471416" y="20574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6" name="Text 13"/>
          <p:cNvSpPr/>
          <p:nvPr/>
        </p:nvSpPr>
        <p:spPr>
          <a:xfrm>
            <a:off x="447141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83480" y="2029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Скільки історії тягнути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471416" y="256032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контекст оплачується повторно на кожному кроці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73568" y="18745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8174736" y="20574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817473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0" y="2029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тримати довгі інструкції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174736" y="256032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стабільне — на початок промпта, щоб підхопив кеш префікса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6928" y="34564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той самий зміст, дві мови — у токенах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6928" y="371246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English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852928" y="3788176"/>
            <a:ext cx="1732547" cy="269199"/>
          </a:xfrm>
          <a:prstGeom prst="roundRect">
            <a:avLst>
              <a:gd name="adj" fmla="val 16984"/>
            </a:avLst>
          </a:prstGeom>
          <a:solidFill>
            <a:srgbClr val="106B41"/>
          </a:solidFill>
          <a:ln/>
        </p:spPr>
      </p:sp>
      <p:sp>
        <p:nvSpPr>
          <p:cNvPr id="27" name="Text 24"/>
          <p:cNvSpPr/>
          <p:nvPr/>
        </p:nvSpPr>
        <p:spPr>
          <a:xfrm>
            <a:off x="7196328" y="371246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токенів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66928" y="431596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Українською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852928" y="4391680"/>
            <a:ext cx="4114800" cy="269199"/>
          </a:xfrm>
          <a:prstGeom prst="roundRect">
            <a:avLst>
              <a:gd name="adj" fmla="val 16984"/>
            </a:avLst>
          </a:prstGeom>
          <a:solidFill>
            <a:srgbClr val="B3261E"/>
          </a:solidFill>
          <a:ln/>
        </p:spPr>
      </p:sp>
      <p:sp>
        <p:nvSpPr>
          <p:cNvPr id="30" name="Text 27"/>
          <p:cNvSpPr/>
          <p:nvPr/>
        </p:nvSpPr>
        <p:spPr>
          <a:xfrm>
            <a:off x="7196328" y="43159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 токенів — та сама фраза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66928" y="4846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" y="523951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43584" y="49743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243584" y="5230368"/>
            <a:ext cx="10168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Економія на промпті — у межах найдешевшої ставки; зміна моделі — різниця в разах.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Прайс живе в control plane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6766560" cy="1828800"/>
          </a:xfrm>
          <a:prstGeom prst="roundRect">
            <a:avLst>
              <a:gd name="adj" fmla="val 60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63276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[W2] прайс за 1k токенів (in, out) — навчальні числа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prices = new Dictionary&lt;string, (decimal In, decimal Out)&gt;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["mock-mini"]   = (0.00015m, 0.0006m),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["mock-strong"] = (0.0025m,  0.01m),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17373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781544" y="1847088"/>
            <a:ext cx="1627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×16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781544" y="2798064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дорожча за mini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710928" y="173736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9857232" y="1847088"/>
            <a:ext cx="1627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×4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9857232" y="2798064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вихідні дорожчі за вхідні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7947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394106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визначають пропорції, не абсолютні цифри — тому routing і є важелем.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4892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0200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ПОРУЧ ІЗ ROUTE()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86384" y="527608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Прайс біля точки рішення: ціна — параметр вибору, не бухгалтерська довідка.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Прайс — живі дані, і цін уже не дві, а три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Застарілі ціни — систематична помилка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4946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разовий баг, а викривлення всіх рішень, які Ви ухвалюєте за цифрами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Кешовані вхідні токени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23160"/>
            <a:ext cx="4946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незмінний префікс промпта на повторних викликах — у рази дешевший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32688" y="35204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кешовані вхідні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310128" y="3602736"/>
            <a:ext cx="853440" cy="292608"/>
          </a:xfrm>
          <a:prstGeom prst="roundRect">
            <a:avLst>
              <a:gd name="adj" fmla="val 15625"/>
            </a:avLst>
          </a:prstGeom>
          <a:solidFill>
            <a:srgbClr val="106B41"/>
          </a:solidFill>
          <a:ln/>
        </p:spPr>
      </p:sp>
      <p:sp>
        <p:nvSpPr>
          <p:cNvPr id="16" name="Text 13"/>
          <p:cNvSpPr/>
          <p:nvPr/>
        </p:nvSpPr>
        <p:spPr>
          <a:xfrm>
            <a:off x="8659368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рази дешевші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32688" y="419709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вхідні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310128" y="4279392"/>
            <a:ext cx="1877568" cy="292608"/>
          </a:xfrm>
          <a:prstGeom prst="roundRect">
            <a:avLst>
              <a:gd name="adj" fmla="val 15625"/>
            </a:avLst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8659368" y="41970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базова ставка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32688" y="48737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вихідні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310128" y="4956048"/>
            <a:ext cx="5120640" cy="292608"/>
          </a:xfrm>
          <a:prstGeom prst="roundRect">
            <a:avLst>
              <a:gd name="adj" fmla="val 15625"/>
            </a:avLst>
          </a:prstGeom>
          <a:solidFill>
            <a:srgbClr val="B3261E"/>
          </a:solidFill>
          <a:ln/>
        </p:spPr>
      </p:sp>
      <p:sp>
        <p:nvSpPr>
          <p:cNvPr id="22" name="Text 19"/>
          <p:cNvSpPr/>
          <p:nvPr/>
        </p:nvSpPr>
        <p:spPr>
          <a:xfrm>
            <a:off x="8659368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найдорожчі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54772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ПЛУТАТИ З КЕШЕМ ВІДПОВІДЕЙ (W3)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86384" y="5733288"/>
            <a:ext cx="10625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відповідей прибирає виклик цілком; кеш префікса здешевлює виклик зсередини. Вони складаються, а не конкурують.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Розрахунок: три рядки після відповіді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[W2] cost: tokens * ціна моделі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decimal? costUsd = prices.TryGetValue(model, out var pr)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Math.Round(promptTokens / 1000m * pr.In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+ completionTokens / 1000m * pr.Out, 6)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null;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37033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8587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null, а не нуль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438912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нуль — брехня «запит був безкоштовний»; null — чесне «не знаємо», яке легко знайти запитом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81928" y="37033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38587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Округлення до 6 знаків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096" y="438912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збігається з типом колонки NUMERIC(10,6); неузгоджене округлення дає розбіжність із рахунком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Один запит користувача — це не один виклик моделі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ретрай (Тема 7)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8152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20954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0215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 (Тема 7)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6188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608990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tool-цикл (Тема 6)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4224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97026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920800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26287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класифікатор (Теми 3 і 8)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2926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3035808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→ 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713232" y="372160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одне питання — до чотирьох викликів і чотирьох рядків лога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15968" y="2926080"/>
            <a:ext cx="7315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35424" y="3072384"/>
            <a:ext cx="6876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по рядках рахує виклик, а не звернення — помилка завжди в бік «дешево».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" y="45720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" y="503377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" y="5033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43584" y="47000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ПРИНЦИП: КЛЮЧ ЗВЕРНЕННЯ ≠ КЛЮЧ ВИКЛИКУ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243584" y="4956048"/>
            <a:ext cx="101681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Групуйте за зверненням, не за рядком лога — інакше цифра занижена.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Скільки коштує результат, а не токен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Ціна вирішеного звернення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облік по request_id + ознака результату (ескалація сталася чи ні) — і цифра готова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Мова, зрозуміла керівництву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«N звернень на тиждень по X центів — проти Y хвилин оператора»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529584"/>
            <a:ext cx="7966253" cy="457200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529584"/>
            <a:ext cx="79662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вирішено ботом  ·  $0.90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533181" y="3529584"/>
            <a:ext cx="3097987" cy="45720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/>
          <p:nvPr/>
        </p:nvSpPr>
        <p:spPr>
          <a:xfrm>
            <a:off x="8533181" y="3529584"/>
            <a:ext cx="309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на оператора  ·  $46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66928" y="3273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 звернень за день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6928" y="4261104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4389120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 ЧЕСНО ПОРІВНЯТИ ДЕШЕВУ МОДЕЛЬ ІЗ СИЛЬНОЮ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86384" y="4645152"/>
            <a:ext cx="10625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Дешева модель, яка вдвічі частіше ескалює на людину, не економить нічого: Ви зменшили ціну виклику і збільшили ціну результату. Порівнювати прайси безглуздо — порівнюйте вартість вирішеного звернення.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Атрибуція важливіша за суму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847088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$400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13232" y="2532888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тривога без дії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93008" y="1737360"/>
            <a:ext cx="813816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3639312" y="1847088"/>
            <a:ext cx="7845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$310 — ескалації на strong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639312" y="2532888"/>
            <a:ext cx="7845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третина могла піти на mini: рішення з порахованим ефектом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291840"/>
            <a:ext cx="6309360" cy="1600200"/>
          </a:xfrm>
          <a:prstGeom prst="roundRect">
            <a:avLst>
              <a:gd name="adj" fmla="val 6857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" y="3438144"/>
            <a:ext cx="58704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за моделлю: чи дороге дістається складному?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model, count(*), SUM(cost_usd)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requests GROUP BY model;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за днем: тренд і сплески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created_at::date, SUM(cost_usd) …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78040" y="3291840"/>
            <a:ext cx="4453128" cy="1600200"/>
          </a:xfrm>
          <a:prstGeom prst="roundRect">
            <a:avLst>
              <a:gd name="adj" fmla="val 6857"/>
            </a:avLst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7397496" y="3438144"/>
            <a:ext cx="401421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Записали в момент запиту — зріз коштує один GROUP BY. Ні — вже ніколи.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530809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53080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243584" y="5458968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Міняти промпт наосліп: спершу зріз по лозі, потім зміна, потім той самий зріз.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GET /cost: бюджет поруч із витратою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6583680" cy="2011680"/>
          </a:xfrm>
          <a:prstGeom prst="roundRect">
            <a:avLst>
              <a:gd name="adj" fmla="val 5455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61447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COALESCE(SUM(cost_usd), 0) FROM requests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WHERE created_at::date = CURRENT_DATE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Results.Json(new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today_usd  = Math.Round(today, 4),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budget_usd = 5.0 });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1737360"/>
            <a:ext cx="413308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ВАРТІСТЬ СЬОГОДНІ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$0.00 / $5.00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72668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плитка була «—» з Теми 1 — тепер жива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9776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" y="41056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 ОКРУГЛЮЄ ДО ЦЕНТІВ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6384" y="436168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/cost віддає точне значення; на mock плитка часто показує $0.00 — це не баг, а округлення дрібних сум.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5221224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поруч із витратою перетворює число на сигнал: без нього сума нічого не означає.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Routing × cost: важіль стає видимим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model, cost_usd FROM requests ORDER BY created_at DESC LIMIT 2;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32688" y="27432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FAQ → mock-mini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10128" y="2833726"/>
            <a:ext cx="571500" cy="321869"/>
          </a:xfrm>
          <a:prstGeom prst="roundRect">
            <a:avLst>
              <a:gd name="adj" fmla="val 14205"/>
            </a:avLst>
          </a:prstGeom>
          <a:solidFill>
            <a:srgbClr val="106B41"/>
          </a:solidFill>
          <a:ln/>
        </p:spPr>
      </p:sp>
      <p:sp>
        <p:nvSpPr>
          <p:cNvPr id="12" name="Text 9"/>
          <p:cNvSpPr/>
          <p:nvPr/>
        </p:nvSpPr>
        <p:spPr>
          <a:xfrm>
            <a:off x="8110728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дешевий маршрут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32688" y="35204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ескалація → strong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310128" y="3610966"/>
            <a:ext cx="4572000" cy="321869"/>
          </a:xfrm>
          <a:prstGeom prst="roundRect">
            <a:avLst>
              <a:gd name="adj" fmla="val 14205"/>
            </a:avLst>
          </a:prstGeom>
          <a:solidFill>
            <a:srgbClr val="B3261E"/>
          </a:solidFill>
          <a:ln/>
        </p:spPr>
      </p:sp>
      <p:sp>
        <p:nvSpPr>
          <p:cNvPr id="15" name="Text 12"/>
          <p:cNvSpPr/>
          <p:nvPr/>
        </p:nvSpPr>
        <p:spPr>
          <a:xfrm>
            <a:off x="8110728" y="3520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помітно дорожче при тій самій довжині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41605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430682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Приберіть роутер — весь трафік піде на strong. Помножте різницю на добовий обсяг: тепер вона порахована, а не відчута.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3858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ГОЛОВНИЙ ВИСНОВОК ТИЖНЯ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86384" y="5641848"/>
            <a:ext cx="10625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Маршрутизація — не «оптимізація по відчуттю», а рішення з ціною, яку видно в лозі.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Budget-політика: що робити при 80%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218895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218895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82880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1828800"/>
            <a:ext cx="3761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Алерт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48226" y="1828800"/>
            <a:ext cx="664037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80% бюджету — подія в лог; найм'якше і найчастіше достатнє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26883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2688336"/>
            <a:ext cx="3761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Деградація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48226" y="2688336"/>
            <a:ext cx="664037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вище порогу неескалаційний трафік іде на дешевшу модель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547872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3547872"/>
            <a:ext cx="3761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Відсікання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48226" y="3547872"/>
            <a:ext cx="664037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не-критичні запити отримують заготовлену відповідь без походу в модель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" y="4462272"/>
            <a:ext cx="8851392" cy="402336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20" name="Shape 17"/>
          <p:cNvSpPr/>
          <p:nvPr/>
        </p:nvSpPr>
        <p:spPr>
          <a:xfrm>
            <a:off x="9418320" y="4462272"/>
            <a:ext cx="1327709" cy="402336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21" name="Shape 18"/>
          <p:cNvSpPr/>
          <p:nvPr/>
        </p:nvSpPr>
        <p:spPr>
          <a:xfrm>
            <a:off x="10746029" y="4462272"/>
            <a:ext cx="885139" cy="402336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2" name="Shape 19"/>
          <p:cNvSpPr/>
          <p:nvPr/>
        </p:nvSpPr>
        <p:spPr>
          <a:xfrm>
            <a:off x="9418320" y="4389120"/>
            <a:ext cx="0" cy="5486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746029" y="4389120"/>
            <a:ext cx="0" cy="5486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4956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витрачений бюджет дня:  </a:t>
            </a:r>
            <a:pPr indent="0" marL="0">
              <a:buNone/>
            </a:pPr>
            <a:r>
              <a:rPr lang="en-US" sz="90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80% — норма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pPr indent="0" marL="0">
              <a:buNone/>
            </a:pPr>
            <a:r>
              <a:rPr lang="en-US" sz="900" b="1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— алерт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92% — деградація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— відсікання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6928" y="5230368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5A05F4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" y="5358384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ВАЖЛИВІША ЗА МЕХАНІЗМ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86384" y="5614416"/>
            <a:ext cx="10625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Умова на цифрі з лога → зміна поведінки control plane. Це шаблон, у який далі ляжуть і fallback (W4), і гейт якості (W6).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224528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частини + опційна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прайс у коді сервісу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mock-mini і mock-strong, чотири числа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285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45628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питання обох типів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6285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звичайне та ескалація — роутер розводить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model, cost_usd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6809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ескалації цифра помітно більша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6168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456285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456285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7492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плитка «Вартість сьогодні»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56285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жива: $… / $5.00 замість «—»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56448" y="173736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Shape 26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30" name="Shape 27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31" name="Text 28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· requests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21040" y="215798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model, cost_usd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321040" y="237949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requests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321040" y="260101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created_at DESC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321040" y="282252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 2;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321040" y="304403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321040" y="326555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mock-strong | 0.0042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321040" y="34870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mock-mini   | 0.0003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321040" y="370857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321040" y="393009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ескалація ≈ ×14 дорожча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43" name="Shape 40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243584" y="545896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 гроші в момент відповіді, а не в рахунку наприкінці місяця — і вперше побачити важіль роутингу порахованим у доларах.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чотири частини + опційна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Завести прайс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словник цін поруч із Route() у service/Program.cs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Порахувати вартість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рядки після відповіді → cost_usd у LogRequest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Оживити /cost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 за сьогодні + бюджет → плитка в консолі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Проговорити пороги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коду: що робити при 80% — одним реченням поруч із fallback-порядком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Політика в коді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алерт при 80% або деградація на дешевшу модель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перевірте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Гроші видно одразу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cost_usd з'являється разом із відповіддю, а не в рахунку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92608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08152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Важіль порахований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361188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різниця маршрутів — у доларах, а не у відчуттях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427024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— сигнал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8096" y="480060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плитка порівнює витрату з межею, а не показує абстрактну суму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6448" y="173736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0" name="Text 17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 · після Теми 4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66176" y="2139696"/>
            <a:ext cx="1011936" cy="142189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39328" y="2176272"/>
            <a:ext cx="865632" cy="36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339328" y="2623139"/>
            <a:ext cx="865632" cy="82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387840" y="2139696"/>
            <a:ext cx="1011936" cy="142189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60992" y="2176272"/>
            <a:ext cx="865632" cy="36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9460992" y="2623139"/>
            <a:ext cx="865632" cy="82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$0.0045 / $5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509504" y="2139696"/>
            <a:ext cx="1011936" cy="142189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582656" y="2176272"/>
            <a:ext cx="865632" cy="36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0582656" y="2623139"/>
            <a:ext cx="865632" cy="82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266176" y="3653028"/>
            <a:ext cx="1011936" cy="142189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39328" y="3689604"/>
            <a:ext cx="865632" cy="36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8339328" y="4136471"/>
            <a:ext cx="865632" cy="82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9387840" y="3653028"/>
            <a:ext cx="1011936" cy="142189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460992" y="3689604"/>
            <a:ext cx="865632" cy="36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cache-hit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9460992" y="4136471"/>
            <a:ext cx="865632" cy="82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0509504" y="3653028"/>
            <a:ext cx="1011936" cy="142189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582656" y="3689604"/>
            <a:ext cx="865632" cy="36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0582656" y="4136471"/>
            <a:ext cx="865632" cy="82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566928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6384" y="54955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Тиждень «Routing + cost» закрито: трафік розведений і порахований. Далі — найдешевший запит із можливих: той, якого не було.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Перевірте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cost_usd заповнений ненульовими значеннями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ескалація дорожча за FAQ — видно SELECT'ом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/cost повертає today_usd і budget_usd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поясню, чому звернення ≠ виклик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20208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828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Нуль замість null у cost_usd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«безкоштовний запит» — брехня, яку неможливо знайти запитом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2743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9352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7432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по рядках лога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рахує вартість виклику, а не звернення — завжди в бік «дешево»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657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8496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657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Прайс у голові або в вікі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застаріла ціна викривляє всі рішення, а не одне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66928" y="4572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7640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5720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Сума без атрибуції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«$400 цього місяця» не підказує жодної дії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110642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· ДЗ тижня 2: routing + cost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обидві теми тижня здаються одним PR: маршрутизація з Теми 3 плюс сьогоднішній облік вартості.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КРИТЕРІЇ ПРИЙМАННЯ КОРОТКО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3063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звичайне питання і ескалація дають різні моделі в requests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33558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cost_usd заповнюється ненульовими значеннями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1248" y="3648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/cost повертає { today_usd, budget_usd } і плитка в консолі жива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2976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445312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 (не оцінюється)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68096" y="4983480"/>
            <a:ext cx="10661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budget-політика: при 80% бюджету — алерт у лог або деградація на дешевшу модель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третій маршрут — окремий tier для FAQ, ескалацій і «всього іншого»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рахується все, що ходить у модель: бойовий трафік, ретраї, перевірки якості, службові виклики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вартість відома в момент відповіді: usage → формула → cost_usd, null замість нуля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звернення ≠ виклик: вартість міряється в одиницях бізнесу — аж до ціни вирішеного звернення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атрибуція важливіша за суму: поля в момент запиту → розслідування сплеску за три GROUP BY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маршрутизація — найбільший важіль вартості; бюджет поруч із витратою — поріг дії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5 · Кешування: точний кеш, метрика і semantic cache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 навчилися платити менше за той самий трафік. Наступний крок радикальніший: найдешевший запит — той, якого не було. Тиждень 3 починаємо з кешу: коли можна не ходити в модель узагалі і чому кеш без метрики — це віра, а не інженерія.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4 · Токеноміка і cost attribution</dc:title>
  <dc:subject>PptxGenJS Presentation</dc:subject>
  <dc:creator>LLMOps Bootcamp</dc:creator>
  <cp:lastModifiedBy>LLMOps Bootcamp</cp:lastModifiedBy>
  <cp:revision>1</cp:revision>
  <dcterms:created xsi:type="dcterms:W3CDTF">2026-09-08T17:14:04Z</dcterms:created>
  <dcterms:modified xsi:type="dcterms:W3CDTF">2026-09-08T17:14:04Z</dcterms:modified>
</cp:coreProperties>
</file>