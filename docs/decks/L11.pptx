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CI/CD quality gates,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і rollback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змінює культуру: промпт остаточно стає кодом — з усіма наслідками, від рев'ю до заблокованого мержа.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 — питання лише, наскільки дорого. Перевірки, від яких залежить прод, запускаються механізмом.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087014" y="178308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0604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60604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3087014" y="260604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2900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3087014" y="342900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25196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25196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3087014" y="425196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показується назва job (eval), а не назва workflow (eval-gate). Обравши неіснуючий, ви отримаєте protection, який нічого не блокує.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23" name="Text 20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налаштування спробою мержу червоного PR — інакше ви не знаєте, чи гейт справді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eval-gate.yml: кожен крок — граблі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 циклі очікування вбиває крок цілком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PR так і лишилися два червоні прогони, потім зелений. Це не сором — це процес: гейт теж код, і він теж проходить налагодження.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свідомо зламаному PR — інакше ви перевірили, що він пропускає, але не що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Змержити повз червоний гейт «бо терміново». Одна така історія — і гейта немає: за місяць це прапорець, який усі обходять. Якщо гейт помилково червоний — лагодьте гейт, не обходьте.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Дзеркальне правило для авторів гейта: він має бути швидким, стабільним і зрозумілим у падінні — інакше обхід стане раціональним.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FEAFE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BE9E9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9F4EF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2026-08-11T20:37:41Z</dcterms:created>
  <dcterms:modified xsi:type="dcterms:W3CDTF">2026-08-11T20:37:41Z</dcterms:modified>
</cp:coreProperties>
</file>