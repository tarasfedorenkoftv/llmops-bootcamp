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quality gates,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ручний запуск eval не виживає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змінює культуру: промпт остаточно стає кодом — з усіма наслідками, від рев'ю до заблокованого мержа.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 — питання лише, наскільки дорого. Перевірки, від яких залежить прод, запускаються механізмом.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сам по собі merge не блокує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списку показується назва job (eval), а не назва workflow (eval-gate). Обравши неіснуючий, ви отримаєте protection, який нічого не блокує.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налаштування спробою мержу червоного PR — інакше ви не знаєте, чи гейт справді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eval-gate.yml: кожен крок — граблі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це інше середовище, і воно вас здивує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виконує кроки з bash -e: перший невдалий curl у циклі очікування вбиває крок цілком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PR так і лишилися два червоні прогони, потім зелений. Це не сором — це процес: гейт теж код, і він теж проходить налагодження.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треба прогнати на свідомо зламаному PR — інакше ви перевірили, що він пропускає, але не що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гейт — подарунок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Змержити повз червоний гейт «бо терміново». Одна така історія — і гейта немає: за місяць це прапорець, який усі обходять. Якщо гейт помилково червоний — лагодьте гейт, не обходьте.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Дзеркальне правило для авторів гейта: він має бути швидким, стабільним і зрозумілим у падінні — інакше обхід стане раціональним.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— частина релізу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і артефакти релізу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1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9E9E8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гейті живуть не тільки evals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3EE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Canary: частка трафіку замість усього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2026-08-10T18:29:05Z</dcterms:created>
  <dcterms:modified xsi:type="dcterms:W3CDTF">2026-08-10T18:29:05Z</dcterms:modified>
</cp:coreProperties>
</file>