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CI/CD quality gates,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і rollback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2E1418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1C1140"/>
          </a:solidFill>
          <a:ln/>
        </p:spPr>
      </p:sp>
      <p:sp>
        <p:nvSpPr>
          <p:cNvPr id="24" name="Text 21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2E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2E1418"/>
          </a:solidFill>
          <a:ln/>
        </p:spPr>
      </p:sp>
      <p:sp>
        <p:nvSpPr>
          <p:cNvPr id="34" name="Text 31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37" name="Text 34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C1140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E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02A20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2026-08-16T15:58:31Z</dcterms:created>
  <dcterms:modified xsi:type="dcterms:W3CDTF">2026-08-16T15:58:31Z</dcterms:modified>
</cp:coreProperties>
</file>