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ТЕМА 11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CI/CD quality gates,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 і rollback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другої теми.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9808" y="52166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52166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43584" y="50200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243584" y="5276088"/>
            <a:ext cx="101681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(Тема 10), стек — одна команда (Тема 1), поріг обраний і обґрунтований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3087014" y="1783080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3087014" y="2496312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087014" y="3209544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22776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22776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3087014" y="3922776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00710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213512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237286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242773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eval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81304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94106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17880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23367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protection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61898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574700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598474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03961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eval-gate.yml: кожен крок має причину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9808" y="526237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52623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43584" y="51114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243584" y="5367528"/>
            <a:ext cx="101681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9808" y="39136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3913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43584" y="34655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43584" y="3721608"/>
            <a:ext cx="101681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(Тема 2)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49808" y="514807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5148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243584" y="48828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243584" y="513892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(Тема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(Тема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(Тема 3) + реєстр версій (Тема 2) + лог (Тема 1) — усе вже є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конкретну проблему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остання тема.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Остання тема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2026-09-07T21:54:41Z</dcterms:created>
  <dcterms:modified xsi:type="dcterms:W3CDTF">2026-09-07T21:54:41Z</dcterms:modified>
</cp:coreProperties>
</file>