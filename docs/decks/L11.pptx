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другої теми.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PR: зміна промпта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Actions: eval-гейт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447288" y="41605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запускає механізм, не людина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96188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608990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632764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38251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червоний → merge заблоковано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842248" y="38679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970264" y="37993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9208008" y="361188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9262872" y="361188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зелений → merge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66928" y="45262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725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(Тема 10), стек — одна команда (Тема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має причину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 stack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12140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24942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248716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254203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service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487168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цикл замість bash -e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0416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446227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407408" y="4251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холодний старт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8821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0101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824788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830275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980236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93038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10168128" y="3703320"/>
            <a:ext cx="146304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10222992" y="3703320"/>
            <a:ext cx="13533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66928" y="457200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71830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49808" y="55824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582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54772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73328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39136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4655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372160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(Тема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(Тема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(Тема 3) + реєстр версій (Тема 2) + лог (Тема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конкретну проблему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· PR #1 · checks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eval — failed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3/6 passed · threshold 5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Merging is blocked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push: fix prompt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eval — passed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6/6 passed · threshold 5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Merge pull request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· branch protection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 status checks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✓ required: eval (job)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#1  eval ✗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Merging is blocked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#1  eval ✓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Merge pull request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rollback: activate v2 · &lt; 1 хв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остання тема.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Остання тема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2026-09-08T12:32:07Z</dcterms:created>
  <dcterms:modified xsi:type="dcterms:W3CDTF">2026-09-08T12:32:07Z</dcterms:modified>
</cp:coreProperties>
</file>