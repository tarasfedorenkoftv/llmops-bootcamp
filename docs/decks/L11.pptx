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11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CI/CD quality gates,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і rollback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другого уроку.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остаточно стає кодом — з рев'ю і заблокованим мержем.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буде забуто. Перевірки запускає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(урок 10), стек — одна команда (урок 1), поріг обраний і обґрунтований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83080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3087014" y="1783080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3087014" y="2496312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087014" y="3209544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22776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22776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3087014" y="3922776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179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007108" y="482803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2135124" y="475945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237286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EFEAFE"/>
          </a:solidFill>
          <a:ln/>
        </p:spPr>
      </p:sp>
      <p:sp>
        <p:nvSpPr>
          <p:cNvPr id="25" name="Text 22"/>
          <p:cNvSpPr/>
          <p:nvPr/>
        </p:nvSpPr>
        <p:spPr>
          <a:xfrm>
            <a:off x="242773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 eval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813048" y="482803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3941064" y="475945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8" name="Shape 25"/>
          <p:cNvSpPr/>
          <p:nvPr/>
        </p:nvSpPr>
        <p:spPr>
          <a:xfrm>
            <a:off x="417880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E9F4EF"/>
          </a:solidFill>
          <a:ln/>
        </p:spPr>
      </p:sp>
      <p:sp>
        <p:nvSpPr>
          <p:cNvPr id="29" name="Text 26"/>
          <p:cNvSpPr/>
          <p:nvPr/>
        </p:nvSpPr>
        <p:spPr>
          <a:xfrm>
            <a:off x="423367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protection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618988" y="482803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5747004" y="475945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2" name="Shape 29"/>
          <p:cNvSpPr/>
          <p:nvPr/>
        </p:nvSpPr>
        <p:spPr>
          <a:xfrm>
            <a:off x="598474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FBE9E9"/>
          </a:solidFill>
          <a:ln/>
        </p:spPr>
      </p:sp>
      <p:sp>
        <p:nvSpPr>
          <p:cNvPr id="33" name="Text 30"/>
          <p:cNvSpPr/>
          <p:nvPr/>
        </p:nvSpPr>
        <p:spPr>
          <a:xfrm>
            <a:off x="603961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FBE9E9"/>
          </a:solidFill>
          <a:ln/>
        </p:spPr>
      </p:sp>
      <p:sp>
        <p:nvSpPr>
          <p:cNvPr id="35" name="Text 32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— назва job (eval), а не workflow. Неіснуючий чек нічого не блокує.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38" name="Text 35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гейт спробою мержу червоного PR.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eval-gate.yml: кожен крок — граблі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убиває крок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потім зелений — це не сором, а налагодження гейта.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зламаному PR — інакше не знаєте, чи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72160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мерж повз червоний гейт — і за місяць його обходять усі.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має бути швидким, стабільним і зрозумілим у падінні.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EFEAFE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E9F4EF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(урок 2)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5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2" name="Shape 19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6" name="Shape 23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BE9E9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9F4EF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5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9" name="Text 16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(урок 3) + реєстр версій (урок 2) + лог (урок 1) — усе вже є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конкретні граблі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останній урок.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Останній урок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2026-08-16T14:42:39Z</dcterms:created>
  <dcterms:modified xsi:type="dcterms:W3CDTF">2026-08-16T14:42:39Z</dcterms:modified>
</cp:coreProperties>
</file>