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одинадцятому уроці — передостанньому в курсі. З другого уроку ми повторюємо мантру: зміна промпта — це реліз. Сьогодні ця фраза нарешті перестане бути гаслом і стане механізмом: eval, який ви збудували минулого тижня, перетвориться на гейт у CI — перевірку, що запускається на кожен PR і фізично не пускає регресію в main. Кнопка merge буде заблокована не чиєюсь пильністю, а exit code вашого прогону. По дорозі — чесні історії про те, чим CI відрізняється від локальної машини: наш гейт теж падав на першому запуску, і ви побачите чому. Далі — два шматки релізної дисципліни, про які рідко думають до першого болю: порядок викочування залежних компонентів і rollback-критерії, які пишуться до пожежі, а не під час неї. Опційно — canary для промптів. І найприємніше: майже нічого нового ми сьогодні не пишемо. Всі складники гейта вже існують — ми їх лише з'єднуємо.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діями. Після сьогоднішнього заняття ви зможете: увімкнути eval-гейт на кожен PR і показати в історії Actions доказ «червоний → зелений» — саме його ментор перевірятиме у ДЗ тижня 6. Пояснити кожен крок workflow гейта — і навіщо там окреме очікування gateway, а не лише health-check сервісу. Налаштувати branch protection з правильним required check — і не наступити на пастку «job проти workflow». Записати rollback-критерії до викочування: три умови, хто смикає, якою командою. Пояснити, чому порядок деплою залежних компонентів — частина релізу, навіть коли всі тести зелені. І відрізнити відкат версії промпта від feature flag — та сказати, коли доречний який. Кожен пункт ви перевірите руками ще сьогодні — у лабораторній, у власному репозиторії.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— чому перевірка, що залежить від дисципліни, приречена, і як гейт прибирає з ланцюга слабку ланку. Далі — з чого гейт складається: ваш eval, exit code і CI, плюс адміністративна дрібниця про required check, без якої все це лише кольорова іконка. Потім розтин workflow крок за кроком і чесний блок про те, чим CI відрізняється від вашого ноутбука — з історіями наших власних червоних прогонів. Блок п'ять — про культуру: чому червоний гейт — подарунок і чому обхід «бо терміново» вбиває гейт назавжди. Шостий і сьомий — порядок викочування, feature flag і сумісність артефактів: промпт, код і схеми як один реліз. Восьмий, опційний, — canary для промптів. Дев'ятий — rollback-критерії, найдешевший і найчастіше пропущений шматок релізної дисципліни. Потім демо і лабораторна — гейт у бою у вашому власному репозиторії, перевірка себе, антипатерни і домашнє завдання.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Quality gate, або просто гейт, — автоматична перевірка, без якої зміна не потрапляє в основну гілку. Required check — та сама перевірка, позначена в налаштуваннях репозиторію як обов'язкова; тут є пастка з назвою, і ми її розберемо. Branch protection — захист гілки: набір правил, що саме має статися перед мержем. Canary — викочування на частку трафіку перед повним релізом. Feature flag — вимикач, який змінює поведінку системи без деплою. І rollback-критерії — записані заздалегідь умови, за яких ви відкочуєтесь: що саме має статися, хто ухвалює рішення і якою командою воно виконується. Ключове слово тут — заздалегідь: під час інциденту такі речі не пишуться.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вас уже є eval, який ловить регресію, — минулий урок закінчився саме цим. Але поки його треба запускати руками — його не запускатимуть. Не зі зла: п'ятниця, дедлайн, «та я ж одне слово поміняв». Усі найгірші регресії заїжджають у main саме так — через маленькі зміни, які «не потребували перевірки». І зверніть увагу на парадокс: що менша зміна, то менше бажання її перевіряти — і то важче потім знайти, що саме зламалося. Гейт у CI знімає це питання назавжди, бо прибирає з ланцюга саме слабку ланку: перевірка більше не залежить від дисципліни. PR зі зламаним промптом фізично не мержиться — не тому, що хтось пильний, а тому, що кнопка merge заблокована. І це змінює не лише якість — це змінює культуру: промпт остаточно стає кодом з усіма наслідками, від рев'ю до заблокованого мержа. Друга тема сьогодні, про яку рідко думають до першого болю, — порядок викочування: зміна з зеленими тестами все одно може покласти систему, якщо компоненти виїхали в неправильній послідовності. До неї дійдемо в блоці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Хороша новина: сьогодні ми майже нічого не пишемо. Всі складники гейта вже існують. Run.py повертає нуль або одиницю — це урок 10. Стек піднімається однією командою docker compose up — це урок 1. Поріг обраний і обґрунтований. CI-система лише виконує це у чистому середовищі на кожен PR і фарбує кнопку merge у колір exit code. Уся цінність — у словах «на кожен PR». Той самий прогін, який ви робили руками, тепер відбувається завжди: для зміни промпта, для правки роутера, для «я тільки README поправив». Так, і для нього — і це правильно: ви здивуєтесь, скільки разів «правка README» насправді чіпала щось поруч. І зверніть увагу на архітектурну красу: гейт нічого не знає про LLM. Він знає про exit code. Уся LLM-специфіка — датасет, grader, поріг — інкапсульована в eval-контурі, який ви збудували минулого тижня. Це означає, що гейт не треба буде переписувати, коли зміниться модель, промпт чи навіть провайдер.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адміністративна дрібниця, без якої все це — лише кольорова іконка: сам по собі червоний workflow merge не забороняє. Блокування вмикається в налаштуваннях репозиторію — гілка main захищається, а перевірка позначається обов'язковою, required status check. Шлях: Settings, Branches, Add branch protection rule, Require status checks to pass — і вибрати чек eval. Тут увага на тонкість, на якій легко втратити годину: у списку GitHub показує назву job — eval, а не назву workflow — eval-gate. Обравши неіснуючий eval-gate, ви отримаєте protection, який нічого не блокує. Виглядає налаштованим, не працює. Без цього кроку гейт «радить»; з правильним чеком — вирішує. Перевірте це у власному репо, коли робитимете ДЗ тижня 6. І одне чесне застереження: на приватному репозиторії безкоштовного плану branch protection може бути недоступний — тоді гейт лишається «радником», і це треба чесно зазначити в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Відкрийте eval-gate.yml у стартері — читаємо як послідовність відповідей на конкретні болі. Стек піднімається без UI: evals ходять в API, збирати фронтенд у CI — марні хвилини. Очікування сервісу — цикл із сорока спроб, і всередині «if curl; then», а не «curl &amp;&amp;» — чому саме так, розповість наступний блок. Окреме очікування gateway — теж не з теорії: холодний LiteLLM дає 500 на перший запит. Logs on failure — бо червоний прогін без логів це загадка, а з логами — діагноз. Down з if: always() — прибрати за собою навіть після падіння. І про threshold 5: це число — частина датасету, а не константа шаблона. Після ДЗ тижня 5 у наборі близько десяти кейсів — поріг у workflow оновлюється разом із ним. Правило: N мінус один при N до десяти, далі 85 відсотків з округленням угору. Перевірка «поріг відповідає розміру датасету» — гарний кандидат у механічні перевірки гейта, про них у блоці 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Чесна історія з підготовки цього курсу. Локально гейт працював ідеально. Перший запуск у GitHub Actions упав за 57 секунд. Причина: Actions виконує кроки з bash -e — перший же невдалий curl у циклі очікування вбивав крок цілком, хоча локально той самий цикл спокійно ретраїв, поки сервіс прокидався. Звідси та сама форма «if curl; then» у workflow — невдала проба стає умовою, а не помилкою. Другий сюрприз: холодний старт LiteLLM у CI давав 500 на найперший запит — локально ви цього не бачите, бо поки відкриваєте браузер, gateway встигає прогрітися. У CI між up і першим запитом — мілісекунди. Довелося додати явне очікування готовності gateway — POST-пробу до самого ендпоінта, а не просто health-check. Таких сюрпризів у CI-інтеграціях назбирується колекція — ще один із моєї практики на великій платформі: крок пайплайна вважав виклик невдалим, хоча зовнішня система чесно виконала роботу — просто відповіла редиректом 303 замість очікуваного 200, і перевірка «код == 200» фарбувала здоровий прогін у червоне. Успіх у HTTP — це діапазон і контракт, а не одне магічне число. Формула для всіх подібних граблів однакова: точна умова успіху, явні очікування готовності, і жодних припущень, що чуже середовище поводиться як ваш ноутбук.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про культуру. Червоний гейт на вашому PR — це неприємно: ви поспішали, а вас зупинили. Правильна рамка: гейт щойно зловив регресію до користувачів, а не після. Він зробив за секунди те, що інакше зробила б підтримка за тиждень скарг: знайшов, що «маленька правка» ламає поведінку. Червоне — це найдешевший момент дізнатися. Але культурна рівновага тут крихка, і руйнується вона одним способом: змержити повз червоний гейт «бо терміново». Одна така історія — і гейта немає: наступний, кому червоно і терміново, згадає прецедент, і за місяць гейт — це прапорець, який усі обходять. Якщо гейт справді помилково червоний — лагодьте гейт: флейковий кейс, поріг — у тому ж PR або окремим. Обхід — ніколи; винятки з правила «якість блокує merge» не масштабуються. І дзеркальне правило для авторів гейта: тримайте його швидким і чесним. Гейт, що йде двадцять хвилин або падає через флейки, викликає законне роздратування — і його знесуть з аргументом «він заважає працювати». Швидкий, стабільний, зрозумілий у падінні — три властивості, які купують гейту довге життя.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Зелений гейт каже: «цей стан системи здоровий». Він не каже: «шлях від старого стану до нового безпечний». Якщо зміна зачіпає кілька компонентів, деплой у неправильному порядку ламає систему навіть з ідеальними тестами: компонент А вже шле нове поле, компонент Б ще не вміє його читати — і привіт, помилки на проді при двох «здорових» версіях. У нашому стеку це питання виникає, щойно зміна перетинає межі. Нова колонка в БД і код, що її пише, — спершу міграція, потім код. Нове ім'я моделі в конфізі gateway і роутер, що на нього шле, — спершу конфіг, потім роутер. Новий формат відповіді сервісу і консоль, що його читає, — спершу сервіс із сумісністю, потім споживач. Загальний шаблон: спершу деплоїться той, хто читає — навчений розуміти і старе, і нове, — потім той, хто пише нове. Проміжний стан, коли в системі живуть обидві версії, має бути робочим, бо ви в ньому обов'язково побудете: хвилину при штатному релізі або годину при відкаті половини. У повній формі це називають expand, migrate, contract: розширити — додати нове поряд зі старим; мігрувати — перевести споживачів; звузити — прибрати старе окремим релізом, коли лог підтверджує, що старим ніхто не користується. Три нудні кроки замість одного сміливого — і кожен можна відкотити окремо. Сміливий один крок теж можна відкотити — разом з усім, що встигло зламатися.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Гейт не пускає погану зміну в main. Порядок викочування береже від зламаного проміжного стану. Лишається третє питання, яке ставлять під час інциденту: як вимкнути щось прямо зараз, не чекаючи збірки. У світі промптів на це є дві різні відповіді, і їх варто не плутати. Відкат версії в реєстрі — урок 2 — повертає попередню поведінку: це операція над вмістом, одна активація, секунди, слід в audit trail. Feature flag — це вимикач над механізмом: обійти кеш, вимкнути маршрутизацію на дорогу модель, перевести систему в режим «тільки ввічлива заглушка», відключити tool-виклики цілком. Перше відповідає на «промпт зламався», друге — на «зламався або дорого коштує сам механізм». Технічно прапорець — це рядок у таблиці або значення в конфізі, який читається на кожному запиті, з коротким кешем, щоб не бити базу. Дорослий вигляд у нього такий: значення за замовчуванням — безпечне: прапорець недоступний або база не відповіла — система працює в безпечному режимі, а не падає. Зміна прапорця — теж подія, з автором і часом: інакше через тиждень ніхто не пояснить, чому кеш вимкнений уже п'ятий день. І кожен прапорець має термін життя: прапорці накопичуються, і за рік ніхто не знає, які комбінації взагалі протестовані. Прапорець без плану видалення — це технічний борг з таймером.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Eval-прогін ловить регресію поведінки. Але в LLM-системі є цілий клас поломок, які до моделі навіть не доходять, — і вони ловляться дешевими механічними перевірками в тому самому workflow. Кожна з них — кілька рядків, і кожна колись зекономить вечір. Шаблон промпта містить усі очікувані плейсхолдери і жодного невідомого — інакше одна одрукована дужка, і підстановка тихо не відбувається: у модель їде текст із дужками. Схеми інструментів — валідний JSON Schema, бо зламану схему провайдер відкине вже на проді. Прайс покриває всі моделі з конфіга gateway — інакше cost_usd тихо стає null, і облік бреше, урок 4. Моделі в конфізі запінені, а не alias'и — захист від «регресії без коміта» при оновленні провайдера, урок 3. І в діфі немає ключів і секретів — найдорожча помилка з найкоротшим фіксом. Логіка та сама, що з пірамідою тестів: найдешевше — механічні перевірки конфігів і схем, дорожче — eval-прогін зі стеком, найдорожче — модельні перевірки з реальним ключем. Ставте їх у цьому порядку — і 80 відсотків поломок ловитимуться за секунди, не піднімаючи жодного контейнера. Я на цьому вчився дорогою ціною: гейт, який перевіряв лише «змістовну» частину, спокійно пропустив реліз, де в конфізі з'явилася модель без ціни. Формально все зелене — eval'и проходили, тести проходили. Помітили через тиждень, коли хтось спитав, чому в звіті вартості дірка рівно з тієї дати. Найдорожчі поломки майже завжди такі: не «система не працює», а «система тихо перестала знати правду про себе».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блок. Гейт перевіряє зміну до релізу на золотому наборі. Але золотий набір — це 10–20 кейсів, а прод — тисячі живих запитів. Опційна техніка для обережних релізів — canary: нова версія промпта отримує 10 відсотків трафіку, стара — 90. Далі порівнюєте метрики двох груп — а метрики у вас є з тижня 5: error rate, fallback, вартість, і скарги як фінальний суддя. Добре — розкатуєте на всіх; погано — rollback однією командою, якою ви володієте з тижня 1. Найприємніше — скільки тут нового коду: майже нуль. Механіка розподілу трафіку — той самий routing з уроку 3, тільки критерій не «тип задачі», а «відсоток запитів»: найпростіше — за хешем ідентифікатора сесії, щоб той самий користувач стабільно бачив ту саму версію. Версії промпта — реєстр з уроку 2. Порівняння метрик — зрізи по prompt_version у лозі, який ви ведете з уроку 1. Canary — це не інструмент, який купують; це композиція механізмів, які ви вже збудували. І чесне попередження про межі: canary потребує обсягу. 10 відсотків трафіку — це скільки запитів на годину у вашій системі? Якщо три, порівняння метрик двох груп — це ворожіння на шумі: різниця між «одна помилка» і «нуль помилок» нічого не означає. На малому трафіку чесніша стратегія — гейт до релізу плюс швидкий rollback після: ви все одно дізнаєтесь про проблему швидко, просто від усіх користувачів одразу. Canary окупається там, де десята частина — це вже статистика. План — розділення трафіку, метрики порівняння, критерії promote/rollback — опційна частина ДЗ тижня 6; реалізація — для найзавзятіших.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Останній шматок релізної дисципліни — найдешевший і найчастіше пропущений. Перед викочуванням будь-якої значущої зміни відповідь на питання «коли смикаємо назад» має бути записана. Формула проста, і вона на екрані. Умова — конкретна метрика і поріг: eval pass rate нижче п'яти з шести на прогоні після деплою, або fallback_events зростає протягом п'ятнадцяти хвилин, або error rate вище п'яти відсотків протягом тих самих п'ятнадцяти хвилин. Не «якщо стане погано» — стане погано ви й так побачите, питання в тому, чи буде домовленість, що це вже привід. Хто смикає — названа роль, черговий, без погоджень: якщо для відкату треба когось знайти й переконати, критерій не працює. І чим — точна команда: активація попередньої версії, одна операція, яку виконують о третій ночі не думаючи. Чому саме заздалегідь: під час інциденту думати пізно, під час інциденту треба виконувати. Записаний критерій знімає найдорожчу розмову поганого вечора — «може, ще почекаємо, ніби вирівнюється». Не вирівнюється. Критерій пробитий — відкат, розбір завтра. І зверніть увагу на останній рядок: «одна команда» — це вимога до архітектури, яку ви вже виконали. Rollback за секунди існує у вас з уроку 2, і саме сьогодні він нарешті отримав умову спрацювання. Ці три рядки — умова, роль, команда — і є ваша обов'язкова частина ДЗ.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спершу проходимо eval-gate.yml по кроках — уже знайомий вам розтин, тепер наживо. Потім PR зі зламаним промптом — і вкладка Actions, де прогін червоніє: ті самі три з шести, що ви бачили локально минулого уроку, тепер їх бачить кнопка merge. Далі фікс промпта, пуш — і гейт зеленіє: merge розблоковано. І на завершення — налаштування репозиторію: required check, той самий job eval, через який кнопка взагалі вміє блокуватися. Навіщо це все: побачити, що перевірка більше не залежить від людини. Той самий прогін, що ви робили руками, тепер робить CI на кожен PR — і історія «червоний → зелений» лишається в PR як доказ, що гейт працює. [Ведучому: це найкрихкіший урок за продакшном. PR зі зламаним промптом створити ДО запису — червоний прогін уже готовий, на камері лише refresh. Фікс-пуш → зелений чекати з вимкненим записом — монтажна склейка. Required check показувати на заздалегідь налаштованому репо; required check = job eval. УВАГА: історій про CI дві, з РІЗНИХ репозиторіїв — «два червоні прогони, потім зелений» це PR #1 у репозиторії курсу (ci-smoke, merged), а demo-PR із лаби — PR #1 у репозиторії еталонів (closed, один червоний → зелений, зроблений на скороченій базі) — показувати обидва і не плутати. Між червоним і зеленим прогоном не забути повернути v2 — інакше наступні дублі почнуться з «не знаю». Вкладка Actions відкрита заздалегідь.]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розібрати workflow. Прочитати eval-gate.yml крок за кроком: checkout, compose up без UI, wait service, wait gateway — тепер ви знаєте чому, — evals, логи при падінні, down. Пояснити собі кожен крок. Крок другий: червоний прогін. Гілка зі зламаним промптом, PR — Actions червоніє. Подивитися лог прогону в CI: ті самі три з шести, що ви бачили локально на минулому уроці, — тепер їх бачить кнопка merge. Крок третій: зелений прогін. Полагодити промпт у тій самій гілці, пуш — гейт зеленіє, merge. В історії PR лишаються обидва прогони — це і є доказ, що гейт працює, і рівно це ментор перевірятиме у ДЗ тижня 6. Як має виглядати результат — живий demo-PR у репозиторії еталонів: червоний прогін, фікс, зелений. Уточнення: demo-PR — це ілюстрація формату, а не еталон рішення тижня; зроблений він на скороченій базі, тож діф не збігатиметься з твоїм. Крок четвертий: rollback-критерії. Написати свої: три умови, хто смикає, якою командою. Покласти поруч із fallback-порядком і budget-політикою — ваша папка операційних рішень майже зібрана. І опційний п'ятий: canary на папері. План: як розділити трафік 90/10 своїм роутером, які метрики порівнювати між групами, критерії promote і rollback.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перевірка стала механізмом. Той самий eval-прогін, що ви запускали руками на минулому уроці, тепер робить CI на кожен PR — для зміни промпта, для правки роутера, для правки README. Дисципліна більше не ланка ланцюга. Друге: кнопка merge реально слухає exit code. PR зі зламаним промптом фізично не мержиться — і не тому, що хтось пильний, а тому, що required check, job eval, тримає кнопку заблокованою, поки прогін червоний. Третє: доказ лишається в історії. Червоний прогін, фікс, зелений — усе в одному PR. Це і є артефакт, який ментор перевірятиме у ДЗ тижня 6: не слова «у мене все працює», а історія Actions, яку видно будь-кому. Реліз промпта тепер проходить той самий процес, що й реліз коду. Поза CI лишаються два шматки дисципліни, які ми сьогодні теж закрили: порядок викочування залежних компонентів і записані rollback-критерії.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перевірка, без оцінок. Пройдіться по чотирьох пунктах обов'язкової доріжки. У моєму репо є червоний і зелений прогін гейта — обидва, в історії Actions. Можу пояснити кожен крок workflow — і навіщо там окреме очікування gateway, а не лише health-check сервісу. Rollback-критерії записані до викочування, з командою відкату. І розумію, чому порядок деплою залежних компонентів — частина релізу, навіть коли всі тести зелені. І три питання з минулих тижнів, без підглядання. Чому поріг evals — не сто відсотків, і яку сліпу пляму має правило N мінус один? Це урок 10. Які чотири частини в правильного алерту? Урок 9. І чому незворотна дія не виконується «бо модель попросила»? Уроки 6 і 8. Якщо на щось відповіді немає — повертайтеся у відповідний блок або урок.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П'ять способів звести нанівець сьогоднішній урок — усі перевірені чужими граблями. Eval, який запускають руками «коли не забудуть»: його не запускатимуть — п'ятниця, дедлайн, «одне слово поміняв»; весь блок 01 був про це. Мержити повз червоний гейт «бо терміново»: одна така історія — і гейта немає, наступний згадає прецедент, і за місяць гейт — прапорець, який усі обходять. Гейт, ніколи не проганяний на реальному CI: тоді його перший запуск станеться на чужому терміновому PR — з bash -e, холодним gateway і всіма сюрпризами одразу. Дякуємо, не треба. Викочування без rollback-критеріїв: під час інциденту треба виконувати, а не дискутувати «може, ще почекаємо». І останнє — ігнорувати порядок деплою залежних компонентів: зелені тести не рятують від неправильної послідовності, компонент А вже пише нове, компонент Б ще не вміє читати.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до наступного уроку — без здачі. Закріпити лабу: у своєму репозиторії — червоний і зелений прогін гейта в історії Actions. Записати rollback-критерії для своєї системи: умови, хто, якою командою. І переконатися, що гейт швидкий і його падіння зрозуміле з логів — три властивості з блока 05 тепер стосуються вашого власного гейта. Опційно — canary-план: розподіл 90/10 своїм роутером, метрики порівняння, критерії promote і rollback. Це план на папері, не реалізація. І про ДЗ тижня: фінальне ДЗ тижня 6 збирає все — CI-гейт із сьогоднішньої лаби, інцидент-демо в окремому файлі INCIDENT_RUNBOOK.md з посиланням із README, і повну збірку системи з чистого клону. Після наступного уроку — критерії і здача; сьогоднішній гейт — його найбільша частина, і вона вже готова. Тобто найважче ви зробили сьогодні.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Перевірки, від яких залежить прод, мають запускатися механізмом, а не людиною: гейт прибирає з ланцюга слабку ланку — дисципліну. Сам гейт — це композиція того, що ви вже мали: ваш eval, exit code і CI; а блокує merge лише правильно обраний required check — job eval, не назва workflow. CI — інше середовище: bash -e, холодні старти, інші тайминги — тому гейт проганяють на реальному CI до того, як він комусь заблокує реліз. Порядок викочування — частина релізу: спершу деплоїться той, хто читає, потім той, хто пише нове; у повній формі — expand, migrate, contract. І rollback-критерії пишуться до пожежі: три умови, хто смикає, одна команда — бо під час інциденту треба виконувати, а не дискутувати. Наступний урок — останній. Збираємо все докупи: повний прогін системи від точки А, яку ви бачили на першому уроці, до точки Б, яку збудували самі; інцидент-демо наживо за runbook'ом — і розмова про те, як принести LLMOps у свою команду. Курс закінчується, а ваш gateway тільки починає жити. До зустрічі на фіналі.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CI/CD quality gates,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ручний запуск eval не виживає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остаточно стає кодом — з рев'ю і заблокованим мержем.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буде забуто. Перевірки запускає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6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21" name="Text 17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4" name="Shape 20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25" name="Text 21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27" name="Text 23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8" name="Text 24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30" name="Text 26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сам по собі merge не блокує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9" name="Text 15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BE9E9"/>
          </a:solidFill>
          <a:ln/>
        </p:spPr>
      </p:sp>
      <p:sp>
        <p:nvSpPr>
          <p:cNvPr id="21" name="Text 17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списку — назва job (eval), а не workflow. Неіснуючий чек нічого не блокує.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4" name="Text 20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гейт спробою мержу червоного PR.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eval-gate.yml: кожен крок — граблі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 — це інше середовище, і воно вас здивує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виконує кроки з bash -e: перший невдалий curl убиває крок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потім зелений — це не сором, а налагодження гейта.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треба прогнати на зламаному PR — інакше не знаєте, чи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гейт — подарунок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10" name="Text 6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12" name="Text 8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дні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мерж повз червоний гейт — і за місяць його обходять усі.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має бути швидким, стабільним і зрозумілим у падінні.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— частина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FEAFE"/>
          </a:solidFill>
          <a:ln/>
        </p:spPr>
      </p:sp>
      <p:sp>
        <p:nvSpPr>
          <p:cNvPr id="23" name="Text 19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7" name="Text 23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4EF"/>
          </a:solidFill>
          <a:ln/>
        </p:spPr>
      </p:sp>
      <p:sp>
        <p:nvSpPr>
          <p:cNvPr id="29" name="Text 25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і артефакти релізу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4EF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2" name="Shape 18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6" name="Shape 22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0" name="Text 26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гейті живуть не тільки evals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005840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62A2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9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1" name="Text 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2" name="Text 7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Canary: частка трафіку замість усього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FEAFE"/>
          </a:solidFill>
          <a:ln/>
        </p:spPr>
      </p:sp>
      <p:sp>
        <p:nvSpPr>
          <p:cNvPr id="19" name="Text 15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FEAFE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7" name="Text 23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Чим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5A05F4"/>
          </a:solidFill>
          <a:ln/>
        </p:spPr>
      </p:sp>
      <p:sp>
        <p:nvSpPr>
          <p:cNvPr id="26" name="Text 22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BE9E9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9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0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31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2026-08-15T07:48:35Z</dcterms:created>
  <dcterms:modified xsi:type="dcterms:W3CDTF">2026-08-15T07:48:35Z</dcterms:modified>
</cp:coreProperties>
</file>