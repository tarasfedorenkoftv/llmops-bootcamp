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1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3182112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65760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2024</Words>
  <Application>Microsoft Office PowerPoint</Application>
  <PresentationFormat>Widescreen</PresentationFormat>
  <Paragraphs>367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Taras Fedorenko</cp:lastModifiedBy>
  <cp:revision>2</cp:revision>
  <dcterms:created xsi:type="dcterms:W3CDTF">2026-08-19T12:47:02Z</dcterms:created>
  <dcterms:modified xsi:type="dcterms:W3CDTF">2026-08-20T15:35:12Z</dcterms:modified>
</cp:coreProperties>
</file>