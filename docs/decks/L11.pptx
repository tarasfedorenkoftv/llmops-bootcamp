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CI/CD quality gates,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 і rollback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остаточно стає кодом — з рев'ю і заблокованим мержем.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буде забуто. Перевірки запускає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C1140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3087014" y="1783080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496312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3087014" y="2496312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09544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09544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3087014" y="3209544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922776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2E1418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922776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3087014" y="3922776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179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2007108" y="482803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2135124" y="475945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237286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1C1140"/>
          </a:solidFill>
          <a:ln/>
        </p:spPr>
      </p:sp>
      <p:sp>
        <p:nvSpPr>
          <p:cNvPr id="24" name="Text 21"/>
          <p:cNvSpPr/>
          <p:nvPr/>
        </p:nvSpPr>
        <p:spPr>
          <a:xfrm>
            <a:off x="242773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eval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813048" y="482803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941064" y="475945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417880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423367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protection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618988" y="482803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5747004" y="475945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1" name="Shape 28"/>
          <p:cNvSpPr/>
          <p:nvPr/>
        </p:nvSpPr>
        <p:spPr>
          <a:xfrm>
            <a:off x="598474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2E1418"/>
          </a:solidFill>
          <a:ln/>
        </p:spPr>
      </p:sp>
      <p:sp>
        <p:nvSpPr>
          <p:cNvPr id="32" name="Text 29"/>
          <p:cNvSpPr/>
          <p:nvPr/>
        </p:nvSpPr>
        <p:spPr>
          <a:xfrm>
            <a:off x="603961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2E1418"/>
          </a:solidFill>
          <a:ln/>
        </p:spPr>
      </p:sp>
      <p:sp>
        <p:nvSpPr>
          <p:cNvPr id="34" name="Text 31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— назва job (eval), а не workflow. Неіснуючий чек нічого не блокує.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2A2010"/>
          </a:solidFill>
          <a:ln/>
        </p:spPr>
      </p:sp>
      <p:sp>
        <p:nvSpPr>
          <p:cNvPr id="37" name="Text 34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гейт спробою мержу червоного PR.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eval-gate.yml: кожен крок — граблі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убиває крок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потім зелений — це не сором, а налагодження гейта.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зламаному PR — інакше не знаєте, чи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72160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мерж повз червоний гейт — і за місяць його обходять усі.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має бути швидким, стабільним і зрозумілим у падінні.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C1140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E1418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02A20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18" name="Text 15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конкретні граблі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2026-08-16T21:08:22Z</dcterms:created>
  <dcterms:modified xsi:type="dcterms:W3CDTF">2026-08-16T21:08:22Z</dcterms:modified>
</cp:coreProperties>
</file>