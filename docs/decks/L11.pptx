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другої теми.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166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16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27608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(Тема 10), стек — одна команда (Тема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має причину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9136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4655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372160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(Тема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(Тема 3) + реєстр версій (Тема 2) + лог (Тема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конкретну проблему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остання тема.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Остання тема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2026-09-07T22:06:39Z</dcterms:created>
  <dcterms:modified xsi:type="dcterms:W3CDTF">2026-09-07T22:06:39Z</dcterms:modified>
</cp:coreProperties>
</file>