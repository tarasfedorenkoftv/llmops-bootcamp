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11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CI/CD quality gates,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і rollback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— це реліз, повторюємо ми з другого уроку.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ручний запуск eval не виживає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остаточно стає кодом — з рев'ю і заблокованим мержем.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буде забуто. Перевірки запускає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повертає 0/1 (урок 10), стек — одна команда (урок 1), поріг обраний і обґрунтований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сам по собі merge не блокує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3087014" y="1783080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496312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3087014" y="2496312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09544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209544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3087014" y="3209544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922776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922776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3087014" y="3922776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179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2007108" y="482803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2135124" y="475945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237286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EFEAFE"/>
          </a:solidFill>
          <a:ln/>
        </p:spPr>
      </p:sp>
      <p:sp>
        <p:nvSpPr>
          <p:cNvPr id="24" name="Text 21"/>
          <p:cNvSpPr/>
          <p:nvPr/>
        </p:nvSpPr>
        <p:spPr>
          <a:xfrm>
            <a:off x="242773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 eval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3813048" y="482803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941064" y="475945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417880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423367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protection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618988" y="482803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5747004" y="475945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1" name="Shape 28"/>
          <p:cNvSpPr/>
          <p:nvPr/>
        </p:nvSpPr>
        <p:spPr>
          <a:xfrm>
            <a:off x="598474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FBE9E9"/>
          </a:solidFill>
          <a:ln/>
        </p:spPr>
      </p:sp>
      <p:sp>
        <p:nvSpPr>
          <p:cNvPr id="32" name="Text 29"/>
          <p:cNvSpPr/>
          <p:nvPr/>
        </p:nvSpPr>
        <p:spPr>
          <a:xfrm>
            <a:off x="603961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FBE9E9"/>
          </a:solidFill>
          <a:ln/>
        </p:spPr>
      </p:sp>
      <p:sp>
        <p:nvSpPr>
          <p:cNvPr id="34" name="Text 31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списку — назва job (eval), а не workflow. Неіснуючий чек нічого не блокує.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37" name="Text 34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гейт спробою мержу червоного PR.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eval-gate.yml: кожен крок — граблі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— це інше середовище, і воно вас здивує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виконує кроки з bash -e: перший невдалий curl убиває крок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потім зелений — це не сором, а налагодження гейта.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треба прогнати на зламаному PR — інакше не знаєте, чи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гейт — подарунок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дні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72160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мерж повз червоний гейт — і за місяць його обходять усі.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має бути швидким, стабільним і зрозумілим у падінні.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— частина релізу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EFEAFE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і артефакти релізу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активація попередньої версії — секунди, без деплою (урок 2)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5" name="Shape 22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BE9E9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гейті живуть не тільки evals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інакше cost_usd тихо стає null, і облік бреше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«регресія без коміта» від оновлення провайдера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9F4EF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Canary: частка трафіку замість усього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(урок 3) + реєстр версій (урок 2) + лог (урок 1) — усе вже є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Чим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крок — відповідь на конкретні граблі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останній урок.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Actions є червоний і зелений прогін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merge червоного PR справді заблокований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записані: умова, хто, чим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читач деплоїться перед писарем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12 · Фінал: LLMOps operating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зібрані й захищені гейтом. Останній урок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2026-08-16T11:49:40Z</dcterms:created>
  <dcterms:modified xsi:type="dcterms:W3CDTF">2026-08-16T11:49:40Z</dcterms:modified>
</cp:coreProperties>
</file>