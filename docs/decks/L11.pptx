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87014" y="178308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0604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3087014" y="260604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2900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87014" y="342900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25196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25196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087014" y="425196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2026-08-16T10:48:37Z</dcterms:created>
  <dcterms:modified xsi:type="dcterms:W3CDTF">2026-08-16T10:48:37Z</dcterms:modified>
</cp:coreProperties>
</file>