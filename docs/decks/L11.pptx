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11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CI/CD quality gates,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canary і rollback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— це реліз, повторюємо ми з другого уроку. Сьогодні вона нарешті проходить релізний процес: eval-гейт на кожен PR, який фізично не пускає регресію в main.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eval-гейт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кожен PR, із доказом «червоний → зелений»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Налаштувати protection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eval, а не workflow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rollback-критерії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хто смикає, якою командою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порядок деплою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читач їде перед писарем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Відрізнити відкат від flag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коли який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Ручні перевірки не виживають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eval + exit code + CI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eval-gate.yml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≠ локальна машина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Червоне — подарунок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Flag, артефакти, механічні перевірки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«не забути прогнати» — до кнопки merge, яка заблокована, поки якість червона.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quality gate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без якої зміна не потрапляє в main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 check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позначена обов'язковою — увага до назви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 protection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правила: що має статися перед мержем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canary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викочування на частку трафіку перед повним релізом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flag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вимикач поведінки без деплою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rollback-критерії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 відкату, записані до пожежі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конфізі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Чому ручний запуск eval не виживає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запуск ручний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п'ятниця, дедлайн, «та я ж одне слово поміняв» — найгірші регресії приходять саме так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 фізично не мержиться: кнопка заблокована, а не «хтось пильний»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6576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80390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остаточно стає кодом — з рев'ю і заблокованим мержем.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5276088"/>
            <a:ext cx="1062532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буде забуто. Перевірки запускає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Гейт = ваш eval + exit code + CI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 відкрито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стек у CI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очікування готовності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run.py → 0/1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 дозволено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нічого не пишемо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повертає 0/1 (урок 10), стек — одна команда (урок 1), поріг обраний і обґрунтований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Цінність — у «кожен PR»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прогін, що руками, — тепер завжди: промпт, роутер, навіть «я тільки README»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49469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лише виконує у чистому середовищі те, що ви вже вміли робити руками. Нового коду майже немає — з'являється невідворотність.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Червоний прогін сам по собі merge не блокує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Settings → Branches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3087014" y="1783080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репозиторії, де живе ваш main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96312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96312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branch protection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3087014" y="2496312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захищаємо гілку main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09544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 status checks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087014" y="3209544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стає обов'язковою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922776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3922776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Вибрати чек eval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3087014" y="3922776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саме job, не workflow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2007108" y="48280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2135124" y="47594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237286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242773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job eval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813048" y="48280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3941064" y="47594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17880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423367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protection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618988" y="48280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5747004" y="47594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598474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603961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7635240" y="1783080"/>
            <a:ext cx="3995928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854696" y="191109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JOB, А НЕ WORKFLOW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54696" y="2167128"/>
            <a:ext cx="3557016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списку — назва job (eval), а не workflow. Неіснуючий чек нічого не блокує.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7635240" y="4114800"/>
            <a:ext cx="3995928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54696" y="42428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БЕЗКОШТОВНИЙ ПЛАН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54696" y="4498848"/>
            <a:ext cx="355701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приватному репозиторії protection може бути недоступний — перевірте заздалегідь.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гейт спробою мержу червоного PR.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 eval-gate.yml: кожен крок — граблі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858000" cy="3246120"/>
          </a:xfrm>
          <a:prstGeom prst="roundRect">
            <a:avLst>
              <a:gd name="adj" fmla="val 338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419088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Up stack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без UI — для evals не потрібен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docker compose up -d --build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for i in $(seq 1 40); do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if curl -sf localhost:8080/health; then exit 0; fi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sleep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done; docker compose logs; exit 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gateway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холодний LiteLLM: 500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Evals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python evals/run.py --dataset evals/golden.jsonl \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--threshold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Logs on failure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failure()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Down      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always()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98080" y="17830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UI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9808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збірка фронтенду в CI — марні хвилини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498080" y="24414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curl; then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498080" y="27157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curl &amp;&amp; — bash -e вб'є крок на першій невдачі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498080" y="309981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 gateway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498080" y="33741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окреме очікування: холодний адаптер дає 500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498080" y="37581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 on failure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7498080" y="40325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без логів — загадка; з логами — діагноз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498080" y="44165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 · always()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7498080" y="469087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за собою навіть після падіння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--threshold — частина датасету, а не константа шаблону: поріг оновлюється разом із набором кейсів.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 — це інше середовище, і воно вас здивує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1 · bash -e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виконує кроки з bash -e: перший невдалий curl убиває крок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2 · холодний gateway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дає 500. Локально не видно: поки відкриваєте браузер, адаптер прогрівається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749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8953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червоні прогони, потім зелений — це не сором, а налагодження гейта.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треба прогнати на зламаному PR — інакше не знаєте, чи він блокує.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Червоний гейт — подарунок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секунди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зловив регресію до користувачів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28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дні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6428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через скарги і розслідування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33756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465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372160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мерж повз червоний гейт — і за місяць його обходять усі.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має бути швидким, стабільним і зрозумілим у падінні.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Порядок викочування — частина релізу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читач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04164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416966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440740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446227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писар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88212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801014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824788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830275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прибирання старого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" y="28803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гейт каже «цей стан здоровий» — він не каже «шлях від старого до нового безпечний»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33756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33756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і промпт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4548226" y="333756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код, який уміє обидві версії; потім активація нової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66928" y="410565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0565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бази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4548226" y="410565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expand → migrate → contract: нова колонка, заповнення, прибирання старої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873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4873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4548226" y="4873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той, хто читає новий формат, потім той, хто його пише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66928" y="57150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58613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сумісності: у будь-який момент викочування система має працювати в обох станах.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Feature flag і артефакти релізу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версії промпта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активація попередньої версії — секунди, без деплою (урок 2)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аварійний вимикач шару: кеш, інструмент, guardrail — вимикається без релізу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081528" y="38633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209544" y="37947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44728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50215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961888" y="38633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6089904" y="37947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32764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38251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датасет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842248" y="38633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8970264" y="37947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>
            <a:off x="920800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926287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конфіг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566928" y="42976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артефакти — один реліз: якщо зміна торкається двох, вона одна зміна, а не дві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Прапорець без плану прибирання: через рік це кладовище мертвих гілок, у якому ніхто не знає, що можна видалити.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 гейті живуть не тільки evals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 поломок, які до моделі навіть не доходять — кілька рядків кожна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4360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перевірка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ловить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Шаблон промпта: усі плейсхолдери на місці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одна одрукована дужка — і в модель їде текст із дужками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Схеми інструментів — валідний JSON Schema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зламану схему провайдер відкине вже на проді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Прайс покриває всі моделі з конфіга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інакше cost_usd тихо стає null, і облік бреше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 запінені, а не alias'и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«регресія без коміта» від оновлення провайдера (урок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 діфі немає ключів і секретів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найдорожча помилка з найкоротшим фіксом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50749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ЯК У ПІРАМІДІ ТЕСТІВ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786384" y="54589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Найдешевше — механічні перевірки конфігів і схем, дорожче — eval-прогін зі стеком, найдорожче — модельні перевірки з реальним ключем. У цьому порядку 80% поломок ловляться за секунди, не піднімаючи жодного контейнера.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Canary: частка трафіку замість усього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48132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53619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90% — стара версія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407408" y="24917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535424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316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82803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 — нова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699248" y="24917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7827264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06500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11987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Композиція, а не новий механізм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(урок 3) + реєстр версій (урок 2) + лог (урок 1) — усе вже є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стабільний вибір за ключем, що й для A/B промптів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без заздалегідь названої метрики порівняння — це просто повільніший спосіб викотити зміну.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Rollback-критерії пишуться до пожежі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057400"/>
          </a:xfrm>
          <a:prstGeom prst="roundRect">
            <a:avLst>
              <a:gd name="adj" fmla="val 533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Відкочуємо, якщо: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eval pass rate &lt; 5/6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(прогін після деплою)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fallback_events зростає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error rate &gt; 5%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Хто смикає: черговий, без погоджень.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Як: activate попередньої версії — одна команда.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206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конкретна метрика і поріг, а не «якщо стане погано»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206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названа роль, яка має право смикнути, не питаючи дозволу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206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Чим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точна команда — щоб виконати її о 3-й ночі без роздумів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ухвалене заздалегідь, виконується за секунди; рішення під час інциденту обговорюється хвилинами.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 по кроках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крок — відповідь на конкретні граблі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червоний, merge заблоковано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→ зелений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PR стає мержабельним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у налаштуваннях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job eval, а не workflow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перестає залежати від дисципліни: перевірка, яку ви вміли робити руками, стає умовою мержу — і працює без вас.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workflow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eval-gate.yml: навіщо кожен крок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навмисно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зіпсованим промптом → червоний прогін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Полагодити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у тому ж PR → зелений прогін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protection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eval; перевірити спробою мержу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Canary-план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90/10 своїм роутером + метрики порівняння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не пройде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блокує merge механічно, а не за домовленістю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теж код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червоні прогони, поки він сам не запрацював, — нормальна історія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рішення заздалегідь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роль і команда записані до, а не під час інциденту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замкнувся: зміна проходить перевірку, перевірка блокує регресію, відкат описаний. Лишилося зібрати це в operating model — останній урок.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історії Actions є червоний і зелений прогін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merge червоного PR справді заблокований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записані: умова, хто, чим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читач деплоїться перед писарем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Мерж повз червоний гейт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прецедент — і за місяць гейт обходять усі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на неіснуючий чек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захист, який нічого не блокує, гірший за відсутній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Гейт, що триває пів години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стає раціональним рішенням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 без плану прибирання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кладовище мертвих гілок через рік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під час інциденту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обговорюється, поки користувачі чекають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червоний і зелений прогін гейта в історії Actions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rollback-критерії для своєї системи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гейт швидкий і його падіння зрозуміле з логів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своїм роутером, метрики порівняння, критерії promote/rollback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Фінальне ДЗ збирає все: CI-гейт із сьогоднішньої лаби, інцидент-демо в окремому INCIDENT_RUNBOOK.md і повна збірка системи з чистого клону. Сьогоднішній гейт — його найбільша частина, і вона вже готова.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колись буде забуто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ваш eval + exit code + CI; нового коду майже немає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із правильним чеком — інакше захист лише на вигляд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 важливіший за сам факт релізу: читач перед писарем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пишуться до пожежі: умова, роль, команда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12 · Фінал: LLMOps operating model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зібрані й захищені гейтом. Останній урок — про те, як це живе далі: цикл роботи з якістю, розбір інциденту за рунбуком, KPI, які показують керівництву, і чесний план перенесення практик у свою команду.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11 · CI/CD quality gates, canary і rollback</dc:title>
  <dc:subject>PptxGenJS Presentation</dc:subject>
  <dc:creator>LLMOps Bootcamp</dc:creator>
  <cp:lastModifiedBy>LLMOps Bootcamp</cp:lastModifiedBy>
  <cp:revision>1</cp:revision>
  <dcterms:created xsi:type="dcterms:W3CDTF">2026-08-18T15:43:41Z</dcterms:created>
  <dcterms:modified xsi:type="dcterms:W3CDTF">2026-08-18T15:43:41Z</dcterms:modified>
</cp:coreProperties>
</file>