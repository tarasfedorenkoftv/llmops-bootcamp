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52166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5216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5276088"/>
            <a:ext cx="101681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має причину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9136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4655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372160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конкретну проблему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2026-09-02T11:10:51Z</dcterms:created>
  <dcterms:modified xsi:type="dcterms:W3CDTF">2026-09-02T11:10:51Z</dcterms:modified>
</cp:coreProperties>
</file>