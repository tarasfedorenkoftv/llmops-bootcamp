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8F72E6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8F72E6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8F72E6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0B1A38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1A0B3D"/>
          </a:solidFill>
          <a:ln/>
        </p:spPr>
      </p:sp>
      <p:sp>
        <p:nvSpPr>
          <p:cNvPr id="18" name="Text 15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1" name="Shape 18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6180F"/>
          </a:solidFill>
          <a:ln/>
        </p:spPr>
      </p:sp>
      <p:sp>
        <p:nvSpPr>
          <p:cNvPr id="22" name="Text 19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1A0808"/>
          </a:solidFill>
          <a:ln/>
        </p:spPr>
      </p:sp>
      <p:sp>
        <p:nvSpPr>
          <p:cNvPr id="24" name="Text 21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7" name="Shape 24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1A0B3D"/>
          </a:solidFill>
          <a:ln/>
        </p:spPr>
      </p:sp>
      <p:sp>
        <p:nvSpPr>
          <p:cNvPr id="28" name="Text 25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1A0B3D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1" name="Shape 18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6180F"/>
          </a:solidFill>
          <a:ln/>
        </p:spPr>
      </p:sp>
      <p:sp>
        <p:nvSpPr>
          <p:cNvPr id="22" name="Text 19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B1A38"/>
          </a:solidFill>
          <a:ln/>
        </p:spPr>
      </p:sp>
      <p:sp>
        <p:nvSpPr>
          <p:cNvPr id="24" name="Text 21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06180F"/>
          </a:solidFill>
          <a:ln/>
        </p:spPr>
      </p:sp>
      <p:sp>
        <p:nvSpPr>
          <p:cNvPr id="14" name="Text 11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06180F"/>
          </a:solidFill>
          <a:ln/>
        </p:spPr>
      </p:sp>
      <p:sp>
        <p:nvSpPr>
          <p:cNvPr id="16" name="Text 13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06180F"/>
          </a:solidFill>
          <a:ln/>
        </p:spPr>
      </p:sp>
      <p:sp>
        <p:nvSpPr>
          <p:cNvPr id="18" name="Text 15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3FCF8E"/>
            </a:solidFill>
            <a:prstDash val="dash"/>
          </a:ln>
        </p:spPr>
      </p:sp>
      <p:sp>
        <p:nvSpPr>
          <p:cNvPr id="20" name="Text 17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1A0808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1A0808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1A0808"/>
          </a:solidFill>
          <a:ln/>
        </p:spPr>
      </p:sp>
      <p:sp>
        <p:nvSpPr>
          <p:cNvPr id="26" name="Text 23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000000"/>
          </a:solidFill>
          <a:ln w="19050">
            <a:solidFill>
              <a:srgbClr val="A98B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2026-08-17T08:18:44Z</dcterms:created>
  <dcterms:modified xsi:type="dcterms:W3CDTF">2026-08-17T08:18:44Z</dcterms:modified>
</cp:coreProperties>
</file>