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(Тема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1089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264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79476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1089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264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79476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26280"/>
            <a:ext cx="338328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26280"/>
            <a:ext cx="3273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погана відповідь → перепитати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41648" y="47823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4169664" y="47137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4407408" y="4526280"/>
            <a:ext cx="338328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4462272" y="4526280"/>
            <a:ext cx="3273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×2 → два тікети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407408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дію не завжди можна відкотити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882128" y="47823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47137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4526280"/>
            <a:ext cx="338328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4526280"/>
            <a:ext cx="3273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· таймаут · ключ · лог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47888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навколо дії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49808" y="558241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5582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54772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5733288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70916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470916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модель: lookup_order без номера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081528" y="496519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209544" y="489661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447288" y="470916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502152" y="470916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валідація за схемою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961888" y="496519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6089904" y="489661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6327648" y="470916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382512" y="470916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відхилити + залогувати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842248" y="496519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 rot="5400000">
            <a:off x="8970264" y="489661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9208008" y="470916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9262872" y="470916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вгадати за контекстом ✕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66928" y="55321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784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теми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9808" y="455828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45582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243584" y="431596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243584" y="457200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СЬОГОДНІШНЬОЇ ТЕМИ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151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40740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563270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632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5412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797296"/>
            <a:ext cx="10168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у наступній темі.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суть цієї теми. У наступній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кеш із лічильниками з Теми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2026-09-08T09:13:57Z</dcterms:created>
  <dcterms:modified xsi:type="dcterms:W3CDTF">2026-09-08T09:13:57Z</dcterms:modified>
</cp:coreProperties>
</file>