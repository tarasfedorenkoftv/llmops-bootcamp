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C114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2A2010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102A20"/>
          </a:solidFill>
          <a:ln/>
        </p:spPr>
      </p:sp>
      <p:sp>
        <p:nvSpPr>
          <p:cNvPr id="22" name="Text 19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02A20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2A2010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5FD6A0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2E1418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2026-08-16T15:39:52Z</dcterms:created>
  <dcterms:modified xsi:type="dcterms:W3CDTF">2026-08-16T15:39:52Z</dcterms:modified>
</cp:coreProperties>
</file>