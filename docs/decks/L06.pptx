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6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 calls: коли модель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починає діяти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контракт: через людину (урок 8)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людина в ланцюзі підтверджує незворотне (урок 8)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Якісно новий клас ризиків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4132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tool_calls — прохання, не подія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Схема — перша лінія оборони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74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8587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копії схеми — і лише одній можна довіряти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50215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просить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944368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145536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291840" y="3502152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291840" y="35021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у сервісі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760720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5961888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172200" y="3401568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172200" y="3401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валідне — виконуємо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172200" y="3749040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1722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відхилити й залогувати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006840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208008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9418320" y="3502152"/>
            <a:ext cx="221284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9418320" y="3502152"/>
            <a:ext cx="2212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66928" y="4224528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3525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4608576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уроку не змінюється.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66928" y="5504688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650992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Виконання: реєстр як одна функція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Timeout: інструмент не має права висіти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інструмента — нормальна оброблена гілка, а не аварія.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Вичерпаний ліміт означає «відповіді не було», а не «дії не було».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тікетів у системі? Правильна відповідь — один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→ 1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у платіжних API: стабільний ключ операції, виконавець пам'ятає оброблені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повтореної дії захищає ключ, похідний від дії, а не request_id.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Два рішення, які визначають якість реалізації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виконавець: ключ, народжений на місці виконання, повтор зробить двічі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65576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6557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ініціатор створює ключ K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7588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607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65576"/>
            <a:ext cx="26517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794760" y="346557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виконавець: бачив K?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537960" y="367588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739128" y="3607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0" y="3364992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949440" y="3364992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й запам'ятати K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949440" y="3712464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949440" y="3712464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віддати той самий результат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66928" y="418795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457200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side-effecting виклику без ключа операції — лотерея з подвійним тікетом.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376672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522976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Межа незворотного — і чесна «дірка»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СЬОГОДНІШНЬОГО УРОКУ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Результат інструмента — це вхід, а не істина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приїжджає через дані — перевірка вхідного тексту чиста.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40740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обгортати рамкою і позначати як дані, не інструкції.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Кілька інструментів одразу: паралельно — тільки читання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стоп на першій помилці: інакше наполовину застосований набір дій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234440" y="334670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34440" y="334670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1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1234440" y="362102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34440" y="36210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2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1234440" y="389534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34440" y="38953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3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143000" y="3291840"/>
            <a:ext cx="0" cy="914400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21" name="Text 18"/>
          <p:cNvSpPr/>
          <p:nvPr/>
        </p:nvSpPr>
        <p:spPr>
          <a:xfrm>
            <a:off x="566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одночасно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537960" y="334670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537960" y="33467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1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8229600" y="362102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29600" y="36210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2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9921240" y="389534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921240" y="38953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281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одна за одною, стоп на першій помилці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66928" y="455371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93776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 один інструмент за раз — але код готовий до кількох.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5412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797296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кроків обов'язковий: побачивши результат, модель просить ще виклик.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Аудит: дія без сліду — не дія, а пригода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Реєстр інструментів як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062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name + схема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/ side-effecting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таймаут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517136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4663440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Виконати read-only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таймаутом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Подивитися в «дірку»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«попросила» і «зробила» — тема цього уроку. Наступного уроку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повертає результат інструмента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невалідні аргументи відхиляються до виконання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tool-виклику є таймаут і оброблена гілка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два тікети — це дефект, а не дрібниця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Виконувати все, що попросила модель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«Спробуємо якось» замість відмови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дії без ключа операції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без таймаута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як істина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кеш із лічильниками з уроку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7 · Reliability: fallback, деградація і circuit breaker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LLMOps Bootcamp</cp:lastModifiedBy>
  <cp:revision>1</cp:revision>
  <dcterms:created xsi:type="dcterms:W3CDTF">2026-08-17T10:31:16Z</dcterms:created>
  <dcterms:modified xsi:type="dcterms:W3CDTF">2026-08-17T10:31:16Z</dcterms:modified>
</cp:coreProperties>
</file>