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 calls: коли модель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починає діяти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102A20"/>
          </a:solidFill>
          <a:ln/>
        </p:spPr>
      </p:sp>
      <p:sp>
        <p:nvSpPr>
          <p:cNvPr id="22" name="Text 19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1C1140"/>
          </a:solidFill>
          <a:ln/>
        </p:spPr>
      </p:sp>
      <p:sp>
        <p:nvSpPr>
          <p:cNvPr id="28" name="Text 25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2E1418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A201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2A2010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C1140"/>
          </a:solidFill>
          <a:ln/>
        </p:spPr>
      </p:sp>
      <p:sp>
        <p:nvSpPr>
          <p:cNvPr id="28" name="Text 25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A2010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102A20"/>
          </a:solidFill>
          <a:ln/>
        </p:spPr>
      </p:sp>
      <p:sp>
        <p:nvSpPr>
          <p:cNvPr id="22" name="Text 19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2A2010"/>
          </a:solidFill>
          <a:ln/>
        </p:spPr>
      </p:sp>
      <p:sp>
        <p:nvSpPr>
          <p:cNvPr id="24" name="Text 21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E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7200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02A20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2A2010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5FD6A0"/>
            </a:solidFill>
            <a:prstDash val="dash"/>
          </a:ln>
        </p:spPr>
      </p:sp>
      <p:sp>
        <p:nvSpPr>
          <p:cNvPr id="20" name="Text 17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2E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2E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797296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2026-08-16T16:28:38Z</dcterms:created>
  <dcterms:modified xsi:type="dcterms:W3CDTF">2026-08-16T16:28:38Z</dcterms:modified>
</cp:coreProperties>
</file>