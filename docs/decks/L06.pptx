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749808" y="52852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285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4132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9808" y="4558284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8" name="Text 25"/>
          <p:cNvSpPr/>
          <p:nvPr/>
        </p:nvSpPr>
        <p:spPr>
          <a:xfrm>
            <a:off x="749808" y="45582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243584" y="431596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1243584" y="4572000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4151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440740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9808" y="5632704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5632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5541264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797296"/>
            <a:ext cx="10168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2026-09-02T11:10:49Z</dcterms:created>
  <dcterms:modified xsi:type="dcterms:W3CDTF">2026-09-02T11:10:49Z</dcterms:modified>
</cp:coreProperties>
</file>