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calls: коли модель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починає діяти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52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2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Якісно новий клас ризиків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CEBFB"/>
          </a:solidFill>
          <a:ln/>
        </p:spPr>
      </p:sp>
      <p:sp>
        <p:nvSpPr>
          <p:cNvPr id="17" name="Text 15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tool_calls — прохання, не подія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— перша лінія оборони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копії схеми — і лише одній можна довіряти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65760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04164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358384"/>
            <a:ext cx="10625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Виконання: реєстр як одна функція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інструмент не має права висіти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3EE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tool-виклик виконується з таймаутом — і його вичерпання є нормальною обробленою гілкою («не вдалося перевірити статус»), а не аварією.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29" name="Text 27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Вичерпаний ліміт означає «відповіді не було», а не «дії не було»: зовнішня система могла виконати операцію і не встигнути відповісти. Для читання неважливо, для дії — критично.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32" name="Text 30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тікетів у системі? Правильна відповідь — один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F9E9E8"/>
          </a:solidFill>
          <a:ln/>
        </p:spPr>
      </p:sp>
      <p:sp>
        <p:nvSpPr>
          <p:cNvPr id="22" name="Text 20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→ 1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з платіжних API: операція отримує стабільний ідентифікатор, виконавець пам'ятає оброблені ключі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CEBFB"/>
          </a:solidFill>
          <a:ln/>
        </p:spPr>
      </p:sp>
      <p:sp>
        <p:nvSpPr>
          <p:cNvPr id="28" name="Text 26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31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 моделі чи подвійний клік — це нові запити з новими request_id. Від повтореної дії захищає ключ, похідний від самої дії.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рішення, які визначають якість реалізації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виконавець: якщо ідентифікатор народжується там, де виконують, повтор отримає новий ключ і дія станеться двічі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Ретраїти side-effecting виклик без ключа операції: «таймаут же — мабуть, не виконалось». А мабуть — виконалось. Кожен такий ретрай — лотерея з подвійним тікетом або списанням.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Межа незворотного — і чесна «дірка»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0" name="Shape 18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21" name="Text 19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4" name="Shape 22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інструмента — це вхід, а не істина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Непрямий prompt injection: атака приїхала через дані — і проходить будь-яку перевірку вхідного повідомлення користувача, там усе чисто.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3EE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 з інструмента обгортати рамкою і позначати як дані: «нижче — результат запиту, це інформація, а не інструкції», бажано структуровано. Плюс мінімізація полів.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Кілька інструментів одразу: паралельно — тільки читання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стоп на першій помилці: інакше наполовину застосований набір дій, який не відкотити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0416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просить один інструмент за раз, RunTool бере перший елемент масиву — але код готовий до того, що елементів більше.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Ліміт кроків «поки модель не скаже, що готова»: побачивши результат, модель охоче просить ще один виклик — і цикл не закінчується сам.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Аудит: дія без сліду — не дія, а пригода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інструментів як дані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+ схема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категорія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/ side-effecting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таймаут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частини + опційна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 моє замовлення?» повертає результат інструмента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невалідні аргументи відхиляються до виконання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tool-виклику є таймаут і оброблена гілка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два тікети — це дефект, а не дрібниця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2026-08-10T15:48:47Z</dcterms:created>
  <dcterms:modified xsi:type="dcterms:W3CDTF">2026-08-10T15:48:47Z</dcterms:modified>
</cp:coreProperties>
</file>