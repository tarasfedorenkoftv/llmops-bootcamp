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6573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Мультипровайдерний gateway</a:t>
            </a:r>
            <a:endParaRPr lang="en-US" sz="3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маршрутизація моделей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09270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відкидає поля, яких провайдер не приймає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і вирішує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EDE7FD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882896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219456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301752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azure-gpt-5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azure/gpt-5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106B41"/>
          </a:solidFill>
          <a:ln/>
        </p:spPr>
      </p:sp>
      <p:sp>
        <p:nvSpPr>
          <p:cNvPr id="26" name="Text 23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27024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1A4FBF"/>
          </a:solidFill>
          <a:ln/>
        </p:spPr>
      </p:sp>
      <p:sp>
        <p:nvSpPr>
          <p:cNvPr id="30" name="Text 27"/>
          <p:cNvSpPr/>
          <p:nvPr/>
        </p:nvSpPr>
        <p:spPr>
          <a:xfrm>
            <a:off x="797356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24712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2127</Words>
  <Application>Microsoft Office PowerPoint</Application>
  <PresentationFormat>Widescreen</PresentationFormat>
  <Paragraphs>397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Calibri</vt:lpstr>
      <vt:lpstr>Courier New</vt:lpstr>
      <vt:lpstr>Montserrat</vt:lpstr>
      <vt:lpstr>Unbounded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Taras Fedorenko</cp:lastModifiedBy>
  <cp:revision>3</cp:revision>
  <dcterms:created xsi:type="dcterms:W3CDTF">2026-08-19T12:47:01Z</dcterms:created>
  <dcterms:modified xsi:type="dcterms:W3CDTF">2026-08-20T15:36:28Z</dcterms:modified>
</cp:coreProperties>
</file>