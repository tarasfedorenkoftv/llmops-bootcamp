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C1140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270248" y="362102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2A2010"/>
          </a:solidFill>
          <a:ln w="12700">
            <a:solidFill>
              <a:srgbClr val="E8A8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973568" y="345643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35" name="Text 32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2026-08-16T21:08:20Z</dcterms:created>
  <dcterms:modified xsi:type="dcterms:W3CDTF">2026-08-16T21:08:20Z</dcterms:modified>
</cp:coreProperties>
</file>