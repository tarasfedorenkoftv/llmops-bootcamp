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код: його читають, тестують, логують і пояснюють на розборі. Конфіг чужого інструмента — рішення, яке ви орендуєте.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роутинг у документації адаптера і віддати рішення туди: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1330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Маршрут, який не диктується задачею, тримайте стабільним у межах сесії: вибір за хешем ідентифікатора розмови, а не заново на кожну репліку. Ескалація — виняток.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«щоб рівномірно розподілити»: непередбачувано для користувача і невідтворювано для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2026-08-11T18:36:53Z</dcterms:created>
  <dcterms:modified xsi:type="dcterms:W3CDTF">2026-08-11T18:36:53Z</dcterms:modified>
</cp:coreProperties>
</file>