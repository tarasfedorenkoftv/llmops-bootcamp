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2 · ТЕМА 3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Мультипровайдерний gateway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 маршрутизація моделей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модель на все — найдорожчий і найкрихкіший спосіб жити. Сьогодні сервіс навчиться обирати модель під задачу, а додати провайдера коштуватиме рядків у YAML, а не рефакторингу.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Написати Route()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роутер на десять рядків: ескалації — окремо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межу ролей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в сервісі, виконання в адаптері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Додати провайдера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одним YAML-блоком, без зміни коду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Розрізнити alias і snapshot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пояснити, чому модель пінять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Записати fallback-порядок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політика, що оживе на тижні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Проблеми однієї моделі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 вирішує, адаптер виконує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Дві моделі на mock; alias vs snapshot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Route(): одна точка вибору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Маршрутизація за задачею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і стабільність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Fallback: резервний маршрут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Новий провайдер через адаптер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Tier-система · опційно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«одна модель на все» — до розведеного трафіку, який видно в базі.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gateway-адаптер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єдиний вихід до провайдерів: виклик, ключі, згладжування API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роутер · Route()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рішення в сервісі: повідомлення → ім'я моделі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рухома назва «остання версія сімейства»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зафіксована версія з датою чи ідентифікатором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fallback-порядок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оголошена черга моделей на випадок збою (механізм — W4)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рівень обслуговування: які питання яку модель отримують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розберемо на місці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Проблеми використання однієї моделі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Гроші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різниця між дешевою і сильною на масовому трафіку — порядок вартості, не «трохи дорожче»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Залежність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провайдер — одна точка відмови, яка Вам не належить; плану Б не існує теоретично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Несумісність у дрібницях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«сумісні за стандартом» провайдери розходяться в деталях полів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" y="3657600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 через сильну модель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493008" y="3726729"/>
            <a:ext cx="4389120" cy="245791"/>
          </a:xfrm>
          <a:prstGeom prst="roundRect">
            <a:avLst>
              <a:gd name="adj" fmla="val 18601"/>
            </a:avLst>
          </a:prstGeom>
          <a:solidFill>
            <a:srgbClr val="B3261E"/>
          </a:solidFill>
          <a:ln/>
        </p:spPr>
      </p:sp>
      <p:sp>
        <p:nvSpPr>
          <p:cNvPr id="25" name="Text 22"/>
          <p:cNvSpPr/>
          <p:nvPr/>
        </p:nvSpPr>
        <p:spPr>
          <a:xfrm>
            <a:off x="8110728" y="3657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×10 — порядок вартості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66928" y="4187952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FAQ через дешеву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493008" y="4257081"/>
            <a:ext cx="438912" cy="245791"/>
          </a:xfrm>
          <a:prstGeom prst="roundRect">
            <a:avLst>
              <a:gd name="adj" fmla="val 18601"/>
            </a:avLst>
          </a:prstGeom>
          <a:solidFill>
            <a:srgbClr val="106B41"/>
          </a:solidFill>
          <a:ln/>
        </p:spPr>
      </p:sp>
      <p:sp>
        <p:nvSpPr>
          <p:cNvPr id="28" name="Text 25"/>
          <p:cNvSpPr/>
          <p:nvPr/>
        </p:nvSpPr>
        <p:spPr>
          <a:xfrm>
            <a:off x="8110728" y="4187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×1 — та сама відповідь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749808" y="51480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43584" y="48828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243584" y="5138928"/>
            <a:ext cx="10168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Маршрутизація — перший механізм тижня «гроші»: вона розводить трафік за задачами, і саме на ній тримається все, що рахуватимемо у наступній темі.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Розподіл відповідальності: сервіс вирішує, адаптер виконує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41366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41366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45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ВИРІШУЄ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41248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ED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яку модель викликати — код, який можна прочитати, протестувати й залогувати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1645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56248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ВИКОНУЄ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56248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Адаптер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556248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формат помилок, автентифікація, ліміти на поля — нормалізує адаптер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611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432511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43584" y="3739896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243584" y="3995928"/>
            <a:ext cx="44531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— це код. Конфіг чужого інструмента — орендоване рішення.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81928" y="3611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64808" y="432511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6464808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58584" y="3739896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58584" y="3995928"/>
            <a:ext cx="44531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Віддати роутинг адаптеру: механізми переносяться, прапорці — ні.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Дві логічні моделі на одному mock-провайдері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5961888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model_list: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mock-mini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openai/mock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api_base: http://mock-provider:9000/v1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 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той самий mock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openai/mock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litellm_settings: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drop_params: true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num_retries: 0  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збої йдуть у сервіс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1691640"/>
            <a:ext cx="4407408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184708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mock — навмисно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24928" y="237744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механіка роутингу справжня, рахунок нульовий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2788920"/>
            <a:ext cx="4407408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294436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drop_params: true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424928" y="347472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відкидає поля, яких провайдер не приймає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3886200"/>
            <a:ext cx="4407408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7424928" y="4041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num_retries: 0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424928" y="457200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збої долітають до сервісу — він і вирішує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516636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312664"/>
            <a:ext cx="10625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Реальний ключ змінить лише праві частини YAML — код сервісу не побачить різниці.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Alias і snapshot моделі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Alias — «остання версія сімейства»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автоматично отримуєте покращення — і небезпечно тихі зміни поведінки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481328"/>
          </a:xfrm>
          <a:prstGeom prst="roundRect">
            <a:avLst>
              <a:gd name="adj" fmla="val 740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Snapshot — зафіксована версія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змінюється під Вами, але й не оновлюється сама — і колись її виведуть з обігу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" y="3931920"/>
            <a:ext cx="10515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4128" y="3767328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7673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…-0301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90288" y="3767328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37673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…-0613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56448" y="3767328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DE7FD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6448" y="37673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…-1106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4128" y="41513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 — Ви прибиті сюди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90688" y="4151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— Ви завжди тут, і воно рухається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9808" y="3511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→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66928" y="4498848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4869180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8691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43584" y="4626864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243584" y="4882896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принцип, що з образами контейнерів: у прод не котять latest. Ми і gateway пінимо за digest'ом, а не за рухомим тегом.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786384" y="5815584"/>
            <a:ext cx="10625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 production: у конфізі — snapshot; оновлення версії — окрема свідома зміна.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Route() як єдина точка вибору моделі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1062532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routing: ескалація → сильна, решта → дешева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Route(string message, string def)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(def != "mock") return def; 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реальний ключ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u = message.ToLowerInvariant();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escalation = u.Contains("поверн") || u.Contains("терміново")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|| u.Contains("refund")  || u.Contains("скарг");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escalation ? "mock-strong" : "mock-mini";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1605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41605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повідомлення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4526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4457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41605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41605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маркери ескалації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526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4457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41605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416052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52669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— лише дефолт: жорстке ім'я моделі зникло зі шляху рішення й лишилося в одному місці.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Межі та тестування простого роутера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Чиста функція = дешеві тести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рядок на вході, ім'я моделі на виході: десяток assert'ів без стека й бази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Конфлікти маркерів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сумнів — на користь дорожчого: «дякую, але хочу повернути гроші» їде на strong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Маркери двомовні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«поверн» і «refund» навмисно: у проді словники розповзаються по мовах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65760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65760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«дякую, але хочу повернути гроші»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4242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вхід: подяка + ескалація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90288" y="39319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4718304" y="38633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4956048" y="365760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010912" y="36576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Route()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56048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чиста функція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156448" y="393192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8284464" y="386334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8522208" y="365760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8577072" y="365760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22208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сумнів — на користь дорожчого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6928" y="48006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786384" y="49286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 ОДНИМ РЕАЛЬНИМ КЛЮЧЕМ РОУТЕР ВИРОДЖУЄТЬСЯ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6384" y="5184648"/>
            <a:ext cx="10625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Щойно MODEL не «mock», Route() повертає задану модель — другої в конфізі немає. Це чесний стан контуру з одним провайдером, а не «роутинг вимкнули».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Маршрутизація за задачею: інтент, контекст і рівень міркування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41366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41366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 рівень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маркери в тексті: дешево, прозоро, зрозуміло на розборі; ламається на перефразуванні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752344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752344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Доросліше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752344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тенант, фіча, пріоритет клієнта, ліміт бюджету — текст лише один із сигналів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72160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721608"/>
            <a:ext cx="37618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Режим мислення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721608"/>
            <a:ext cx="66403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 сама модель у глибокому режимі коштує в рази більше — вмикати за явним критерієм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7548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" y="514807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43584" y="48828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243584" y="5138928"/>
            <a:ext cx="10168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Дешеве — дешевій моделі, складне — сильній, рішення — задокументоване. Якщо не можете пояснити маршрут словами, у Вас не політика, а випадковість.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Вартість рішення про маршрут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спосіб вирішити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додає до кожного запиту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коли доречний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Правила / маркери в тексті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частки мілісекунди, нуль токенів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класів мало, описуються словником — наш випадок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Дешева модель-класифікатор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додатковий виклик: латентність і токени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словники розповзлися по мовах, класів більше трьох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Класифікація за схожістю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виклик за векторами + сховище й індекс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класів десятки і вони змінюються без релізу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2062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5A05F4"/>
          </a:solidFill>
          <a:ln/>
        </p:spPr>
      </p:sp>
      <p:sp>
        <p:nvSpPr>
          <p:cNvPr id="10" name="Text 6"/>
          <p:cNvSpPr/>
          <p:nvPr/>
        </p:nvSpPr>
        <p:spPr>
          <a:xfrm>
            <a:off x="786384" y="4352544"/>
            <a:ext cx="10625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Арифметика проста: якщо рішення коштує дорожче за різницю між моделями — воно не окупається. Починайте з найдешевшого способу і ускладнюйте за сигналом.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Стабільний маршрут у межах розмови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питання 1 → сильна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41648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4169664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4407408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62272" y="19202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питання 2 → дешева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82128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8010144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8247888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8302752" y="1920240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питання 3 → сильна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2788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співрозмовник у користувача змінюється посеред розмови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" y="32918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34198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ЛІКУВАННЯ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86384" y="367588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 стабільний у межах сесії: вибір за хешем розмови, не на кожну репліку.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7091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" y="512521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51252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43584" y="48371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243584" y="5093208"/>
            <a:ext cx="10168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Роутинг за випадковим числом: непередбачувано і невідтворювано.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Маршрутизація в системі з однією моделлю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маршрутизуємо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приклад рішення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дає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max_tokens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коротка відповідь на FAQ, довга на скаргу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стеля вартості на клас запиту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temperature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мінімальна для довідкових, вища для формулювань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передбачуваність там, де потрібна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Версія промпта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ескалації — свій промпт, FAQ — свій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той самий реєстр з Теми 2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Набір інструментів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read-only для загальних, повний для авторизованих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менша поверхня для injection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937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508406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Маршрутизація — не про кількість провайдерів, а про те, що рішення про виклик ухвалюється свідомо.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Fallback: резервний маршрут після збою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38528" y="20116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993392" y="2011680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4231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6181344" y="23545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6419088" y="20116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2011680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mock-mini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3017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разі збою сильної — краще відповісти дешевшою, ніж не відповісти взагалі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6118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3767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Сьогодні рішення, на W4 механізм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4297680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чергу фіксуємо поруч із роутером і обговорюємо з командою: політика без механізму — текст, механізм без політики — імпровізація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81928" y="36118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483096" y="3767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словник імен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83096" y="4297680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 і fallback читають той самий конфіг: ім'я поза конфігом — джерело нічних сюрпризів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Підключення нового провайдера через адаптер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azure-gpt-5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azure/&lt;azure-deployment-name&gt;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api_base: os.environ/AZURE_API_BASE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api_key:  os.environ/AZURE_API_KEY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api_version: os.environ/AZURE_API_VERSION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402336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402336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блок у YAML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437997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431139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402336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402336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рядок у Route()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437997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431139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402336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402336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 виклику не змінився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49377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533095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43584" y="50657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243584" y="5321808"/>
            <a:ext cx="10168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Називайте моделі за роллю, а не за брендом: mock-mini, mock-strong. Тоді заміна провайдера — правка конфіга, а не пошук імені по всьому коду.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Tier-система маршрутизації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024128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024128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FAQ-tier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25146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типові питання: найдешевша модель або заготовлені відповіді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Standard-tier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25146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звичайний діалог: робоча модель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Escalation-tier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251460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скарги, повернення, юридично чутливе: найсильніша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3785616"/>
            <a:ext cx="3520440" cy="237744"/>
          </a:xfrm>
          <a:prstGeom prst="roundRect">
            <a:avLst>
              <a:gd name="adj" fmla="val 23077"/>
            </a:avLst>
          </a:prstGeom>
          <a:solidFill>
            <a:srgbClr val="106B41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найдешевша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270248" y="362102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5A05F4"/>
          </a:solidFill>
          <a:ln/>
        </p:spPr>
      </p:sp>
      <p:sp>
        <p:nvSpPr>
          <p:cNvPr id="28" name="Text 25"/>
          <p:cNvSpPr/>
          <p:nvPr/>
        </p:nvSpPr>
        <p:spPr>
          <a:xfrm>
            <a:off x="4270248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робоча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973568" y="3456432"/>
            <a:ext cx="3520440" cy="566928"/>
          </a:xfrm>
          <a:prstGeom prst="roundRect">
            <a:avLst>
              <a:gd name="adj" fmla="val 9677"/>
            </a:avLst>
          </a:prstGeom>
          <a:solidFill>
            <a:srgbClr val="1A4FBF"/>
          </a:solidFill>
          <a:ln/>
        </p:spPr>
      </p:sp>
      <p:sp>
        <p:nvSpPr>
          <p:cNvPr id="30" name="Text 27"/>
          <p:cNvSpPr/>
          <p:nvPr/>
        </p:nvSpPr>
        <p:spPr>
          <a:xfrm>
            <a:off x="7973568" y="37856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найсильніша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40782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вартість запиту →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66928" y="44348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45902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Механічно — дешево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68096" y="512064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ще одна гілка в Route() і ще одне ім'я в конфізі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81928" y="44348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483096" y="45902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Змістовно — вправа на політику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483096" y="5120640"/>
            <a:ext cx="49469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межі між рівнями і як захистити рішення цифрами з лога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224528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частини + опційна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конфіг gateway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mock-mini і mock-strong — дві «моделі» на одному mock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Route() у сервісі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6285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рішення на десять рядків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питання обох типів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звичайні + ескалації («поверніть гроші, терміново»)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6168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розподіл у БД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6285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model, count(*) FROM requests GROUP BY model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56448" y="17373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31" name="Text 28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· requests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count(*)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requests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model;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mock-mini   |  7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mock-strong |  3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трафік розведений ✓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перший операційний доказ, що routing працює: не «код написаний», а «трафік розведений». Різниця між цими формулюваннями і є темою теми.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 робота: налаштуйте маршрутизацію та перевірте її на трафіку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413662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366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конфіг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gateway/litellm-config.yaml: mock-mini і mock-strong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Написати роутер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маркери → mock-strong, решта → mock-mini; MODEL лише дефолт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розподіл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питання обох типів → SELECT model, count(*) GROUP BY model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Додати «третього» на папері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YAML-блок + місце у fallback-порядку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Tier-політика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межі рівнів + частка трафіку кожного з лога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маршрутизації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Трафік розведений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дві моделі, різні лічильники — доказ, а не «код написаний»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читається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уся політика в одній функції; кожен вибір — подія в лозі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Розширення дешеве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«третій провайдер» = один YAML-блок і нуль рядків коду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gateway/litellm-config.yaml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model_list: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mock-mini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mock-strong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azure-gpt-5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azure/&lt;deployment&gt;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api_key: os.environ/…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service/: 0 рядків змінено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54955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 фундамент тижня «Routing + cost»: у наступній темі на те саме поле model ляже вартість кожного запиту — і розподіл трафіку стане розподілом грошей.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звичайне питання і ескалація дають різні моделі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рішення в сервісі, а не в адаптері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додам провайдера, не чіпаючи код сервісу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мій fallback-порядок записаний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маршрутизації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828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Рішення про модель — у конфізі адаптера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прапорці не переносяться між інструментами, механізми — так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9352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743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Жорстке ім'я моделі по всьому коду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заміна провайдера перетворюється на пошук рядків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8496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657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Роутинг за випадковим числом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непередбачувано для користувача, невідтворювано для Вас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7640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572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Alias у проді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оновлюється під Вами без жодної Вашої дії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роутер працює: GROUP BY model показує дві моделі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жорстке ім'я моделі лишилося тільки в точці рішення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записати свій fallback-порядок — знадобиться на тижні 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сформулювати tier-політику на три рівні і оцінити по лозі частку трафіку кожного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062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2 — після наступної теми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Воно об'єднує routing і cost: сьогоднішня частина вже у Вас в руках, після Теми 4 додасться облік вартості — і тиждень здається одним PR. Критерії — у файлі ДЗ після наступної теми.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модель на все — найдорожчий і найкрихкіший спосіб жити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сервіс вирішує, адаптер виконує: рішення — код, а не прапорець у чужому конфізі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Route() — одна точка рішення; MODEL лишається тільки дефолтом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маршрутизувати можна навіть з однією моделлю: max_tokens, temperature, промпт, інструменти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fallback-порядок оголошуємо сьогодні — механізм з'явиться на тижні 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4 · Токеноміка і cost attribution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Трафік розведений — тепер порахуємо, скільки він коштує. У наступній темі на поле model ляже вартість кожного запиту: звідки беруться цифри, чому «звернення» дорожче за «виклик» і як за три GROUP BY знайти, куди пішов бюджет.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3 · Мультипровайдерний gateway і маршрутизація моделей</dc:title>
  <dc:subject>PptxGenJS Presentation</dc:subject>
  <dc:creator>LLMOps Bootcamp</dc:creator>
  <cp:lastModifiedBy>LLMOps Bootcamp</cp:lastModifiedBy>
  <cp:revision>1</cp:revision>
  <dcterms:created xsi:type="dcterms:W3CDTF">2026-09-08T12:32:05Z</dcterms:created>
  <dcterms:modified xsi:type="dcterms:W3CDTF">2026-09-08T12:32:05Z</dcterms:modified>
</cp:coreProperties>
</file>