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Мультипровайдерний gateway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маршрутизація моделей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біди однієї моделі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вирішує. Адаптер виконує.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— це код: його читають, тестують, логують і пояснюють на розборі. Конфіг чужого інструмента — рішення, яке ви орендуєте.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роутинг у документації адаптера і віддати рішення туди: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конфіга: дві «моделі» на одному mock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адаптер відкидає поля, яких провайдер не приймає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збої долітають до сервісу — він вирішує, що робити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«Модель» за назвою — не та сама модель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490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1330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25780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404104"/>
            <a:ext cx="10625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Route(): роутер на десять рядків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ще каже цей код — до того, як вкусить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— за задачею, не за текстом-в-лоб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саме рішення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CEBFB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користувач — один маршрут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Маршрут, який не диктується задачею, тримайте стабільним у межах сесії: вибір за хешем ідентифікатора розмови, а не заново на кожну репліку. Ескалація — виняток.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Роутинг за випадковим числом «щоб рівномірно розподілити»: непередбачувано для користувача і невідтворювано для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«У нас одна модель» — усе одно є що маршрутизувати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max_tokens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Версія промпта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5811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Fallback-порядок: політика, яку сьогодні оголосимо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9F3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8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провайдера — без зміни коду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Третій маршрут: tier-система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81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8" name="Text 26"/>
          <p:cNvSpPr/>
          <p:nvPr/>
        </p:nvSpPr>
        <p:spPr>
          <a:xfrm>
            <a:off x="6483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483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2026-08-10T18:29:04Z</dcterms:created>
  <dcterms:modified xsi:type="dcterms:W3CDTF">2026-08-10T18:29:04Z</dcterms:modified>
</cp:coreProperties>
</file>