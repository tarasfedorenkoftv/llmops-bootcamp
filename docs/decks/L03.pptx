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49808" y="45079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07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3251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325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869180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869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626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882896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властивості, які варто знати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51252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5125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509320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2026-09-02T11:10:48Z</dcterms:created>
  <dcterms:modified xsi:type="dcterms:W3CDTF">2026-09-02T11:10:48Z</dcterms:modified>
</cp:coreProperties>
</file>