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ТЕМА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 на mock;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вибору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і стабільність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Fallback: резервний маршрут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провайдер через адаптер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Проблеми використання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749808" y="450799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07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1056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6168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у наступній темі.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Розподіл відповідальності: сервіс вирішує, адаптер виконує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3251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325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логічні моделі на одному mock-провайдері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Alias і snapshot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869180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8691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6268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882896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 як єдина точка вибору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Межі та тестування простого роутера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Маршрутизація за задачею: інтент, контекст і рівень міркування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Вартість рішення про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Стабільний маршрут у межах розмови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51252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51252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48371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509320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Маршрутизація в системі з однією моделлю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Теми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Fallback: резервний маршрут після збою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Підключення нового провайдера через адаптер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azure/&lt;azure-deployment-name&gt;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api_version: os.environ/AZURE_API_VERSION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3799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3113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3799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3113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33095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0657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2180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Tier-система маршрутизації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налаштуйте маршрутизацію та перевірте її на трафіку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413662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1366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маршрутизації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у наступній темі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маршрутизації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Теми 4 додасться облік вартості — і тиждень здається одним PR. Критерії — у файлі ДЗ після наступної теми.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У наступній темі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2026-09-07T21:56:55Z</dcterms:created>
  <dcterms:modified xsi:type="dcterms:W3CDTF">2026-09-07T21:56:55Z</dcterms:modified>
</cp:coreProperties>
</file>