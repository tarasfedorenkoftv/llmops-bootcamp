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 на mock;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вибору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і стабільність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Fallback: резервний маршрут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провайдер через адаптер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Проблеми використання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через сильну модель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3493008" y="3726729"/>
            <a:ext cx="4389120" cy="245791"/>
          </a:xfrm>
          <a:prstGeom prst="roundRect">
            <a:avLst>
              <a:gd name="adj" fmla="val 18601"/>
            </a:avLst>
          </a:prstGeom>
          <a:solidFill>
            <a:srgbClr val="B3261E"/>
          </a:solidFill>
          <a:ln/>
        </p:spPr>
      </p:sp>
      <p:sp>
        <p:nvSpPr>
          <p:cNvPr id="25" name="Text 22"/>
          <p:cNvSpPr/>
          <p:nvPr/>
        </p:nvSpPr>
        <p:spPr>
          <a:xfrm>
            <a:off x="8110728" y="3657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×10 — порядок вартості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566928" y="4187952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FAQ через дешеву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493008" y="4257081"/>
            <a:ext cx="438912" cy="245791"/>
          </a:xfrm>
          <a:prstGeom prst="roundRect">
            <a:avLst>
              <a:gd name="adj" fmla="val 18601"/>
            </a:avLst>
          </a:prstGeom>
          <a:solidFill>
            <a:srgbClr val="106B41"/>
          </a:solidFill>
          <a:ln/>
        </p:spPr>
      </p:sp>
      <p:sp>
        <p:nvSpPr>
          <p:cNvPr id="28" name="Text 25"/>
          <p:cNvSpPr/>
          <p:nvPr/>
        </p:nvSpPr>
        <p:spPr>
          <a:xfrm>
            <a:off x="8110728" y="418795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 — та сама відповідь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Розподіл відповідальності: сервіс вирішує, адаптер виконує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3251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325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логічні моделі на одному mock-провайдері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Alias і snapshot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869180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869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626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882896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 як єдина точка вибору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Межі та тестування простого роутера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57600"/>
            <a:ext cx="393192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5760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«дякую, але хочу повернути гроші»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424281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вхід: подяка + ескалація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90288" y="39319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4718304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956048" y="365760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010912" y="36576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Route()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56048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156448" y="39319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8284464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8522208" y="3657600"/>
            <a:ext cx="31089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8577072" y="365760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522208" y="42428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за задачею: інтент, контекст і рівень міркування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Вартість рішення про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Стабільний маршрут у межах розмови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51252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51252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509320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в системі з однією моделлю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Теми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Fallback: резервний маршрут після збою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нового провайдера через адаптер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azure/&lt;azure-deployment-name&gt;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api_version: os.environ/AZURE_API_VERSION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3309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0657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2180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Tier-система маршрутизації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налаштуйте маршрутизацію та перевірте її на трафіку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413662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1366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маршрутизації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у наступній темі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маршрутизації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Теми 4 додасться облік вартості — і тиждень здається одним PR.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У наступній темі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2026-09-08T09:13:56Z</dcterms:created>
  <dcterms:modified xsi:type="dcterms:W3CDTF">2026-09-08T09:13:56Z</dcterms:modified>
</cp:coreProperties>
</file>