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Reliability: fallback,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Shape 16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0" name="Shape 17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Shape 18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2" name="Shape 19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6" name="Shape 23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7" name="Shape 24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8" name="Shape 25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2" name="Shape 29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Shape 30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4" name="Shape 31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5" name="Shape 32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2E1418"/>
          </a:solidFill>
          <a:ln w="19050">
            <a:solidFill>
              <a:srgbClr val="FF7B7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14" name="Shape 11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2026-08-16T15:39:52Z</dcterms:created>
  <dcterms:modified xsi:type="dcterms:W3CDTF">2026-08-16T15:39:52Z</dcterms:modified>
</cp:coreProperties>
</file>