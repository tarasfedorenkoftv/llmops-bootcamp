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fallback,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інфраструктура: падіння має бути керованим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26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fallback: словник рішень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ще раз туди само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Коли доречний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Головний ризик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Backoff: фіксований, експоненційний, jitter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збій стає значенням, а не винятком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Fallback-ланцюг: спробуй наступного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повтор: не кожну операцію можна ретраїти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з ключем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8188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storm: ваша стійкість добиває провайдера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9E9E8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актуальні дані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Остання лінія — це UX-рішення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breaker: перестати стукати в мертве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73736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88366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(failures &gt;= 3 &amp;&amp; DateTime.UtcNow &lt; openUntil)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Degraded();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стани — і чому half-open обов'язковий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9E9E8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метриках: інцидент без сліду повториться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запитів пішло через fallback минулої п'ятниці?» — питання, з якого починається і постмортем, і розмова з провайдером про SLA.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тижні 5 усе це стане плитками консолі — сьогодні досить, що цифри існують і ростуть правильно.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три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2026-08-10T16:10:51Z</dcterms:created>
  <dcterms:modified xsi:type="dcterms:W3CDTF">2026-08-10T16:10:51Z</dcterms:modified>
</cp:coreProperties>
</file>