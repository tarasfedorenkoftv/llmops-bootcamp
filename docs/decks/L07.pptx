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ТЕМА 7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помилки 500,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мережева помилка,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недоступний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"azure-gpt-5"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13892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1846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(Тема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(Тема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86608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86608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три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помилки 500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65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65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108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3108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4251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9496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помилки 500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наступної теми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У наступній темі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у Темі 6.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2026-09-07T22:06:38Z</dcterms:created>
  <dcterms:modified xsi:type="dcterms:W3CDTF">2026-09-07T22:06:38Z</dcterms:modified>
</cp:coreProperties>
</file>