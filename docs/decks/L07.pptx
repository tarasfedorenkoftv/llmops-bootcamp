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8188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BE9E9"/>
          </a:solidFill>
          <a:ln w="19050">
            <a:solidFill>
              <a:srgbClr val="C62A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минулої п'ятниці?» — питання, з якого починається і постмортем, і розмова з провайдером про SLA.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усе це стане плитками консолі — сьогодні досить, що цифри існують і ростуть правильно.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 замість сотень мілісекунд: таймаут під швидкий режим «падає»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 на хвилину, окремі квоти на «думаючі» моделі й кешовані токени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сервісу: ставиться там само, де ухвалюється рішення про модель.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2026-08-11T20:37:40Z</dcterms:created>
  <dcterms:modified xsi:type="dcterms:W3CDTF">2026-08-11T20:37:40Z</dcterms:modified>
</cp:coreProperties>
</file>