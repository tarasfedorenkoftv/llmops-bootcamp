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7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Reliability: fallback,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і circuit breaker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ляже. Питання не «чи», а «що побачить користувач, коли це станеться». Будуємо план Б — і влаштовуємо власний інцидент, бо mock уміє падати на замовлення.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збій значенням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у функції, де помилка — не виняток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fallback-ланцюг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спробуй наступного, лічильник переходів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ввічливу заглушку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500-ки, з чесним 503 у лозі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Влаштувати інцидент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і довести: збій коштує мілісекунди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circuit breaker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half-open · опційно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Падіння має бути керованим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як значення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 і лавина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деградації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падало». Падатиме. Щоб падіння було керованим.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раз туди само — на минущих збоях, обов'язково з паузою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інше місце: інша модель за оголошеним порядком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backoff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пауза перед повтором; jitter розсинхронізує натовп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graceful degradation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відповідь нижчої якості замість помилки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circuit breaker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збоїв перестає стукати в мертвий сервіс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пробний запит: чи ожив провайдер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інфраструктура: падіння має бути керованим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стрибки latency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1945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259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 у пік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1945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259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 на боці провайдера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1945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259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6287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зміни API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66928" y="2697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аномалії — це нормальний режим роботи інтернету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Б · ввічлива відмова в найгіршому разі · сліди в метриках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BE9E9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смерті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найгірші збої не дають 5xx: схема «запит-відповідь» їх не ловить у принципі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сьогодні будь-який збій провайдера означав 500-ку користувачу. Сьогодні між ними стає план Б.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fallback: словник рішень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fallback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ще раз туди само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 інше місце: інша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Коли доречний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минущі збої: мережевий глюк, 429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провайдер лежить або деградує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Обов'язкові атрибути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backoff і бюджет спроб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явний порядок ланцюга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Головний ризик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DDoS власного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непомітна різниця якості моделей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4348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581144"/>
            <a:ext cx="106253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в коді курсу свідомо не будуємо: на mock «ще раз туди само» і «в інше місце» дають той самий результат. Порядок правильний — спершу fallback, і бюджет часу на все разом.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Backoff: фіксований, експоненційний, jitter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«чекай секунду» — найпростіший; на масовому збої всі клієнти повертаються синхронно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8833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68833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8833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наступна спроба чекає довше — трафік згасає замість наростання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593592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593592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593592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зсув паузи розсинхронізовує натовп: без нього друга хвиля добиває вижилих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7914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04748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backoff і без бюджету: провайдер повернув 429 «пригальмуйте» — а ви у відповідь потроїли трафік. Ваш власний код став другою половиною інциденту.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збій стає значенням, а не винятком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один виклик через gateway; ok=false, якщо збій або статус &gt;= 400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Task&lt;(bool ok, string answer, string? tool,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pt, int ct, int status)&gt; CallGateway(…)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(status &gt;= 400) return (false, "", null, 0, 0,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(true, answer, tool, pt, ct,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{ return (false, "", null, 0, 0, 0);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5262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Значення, не виняток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стає рішенням, а не аварією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5262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Ланцюги стають можливими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перевіряється, а не ловиться catch'ем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5262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status: 0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мережа не відповіла взагалі — окрема чесна категорія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Fallback-ланцюг: спробуй наступного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fallback: пробуємо по черзі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chain = defaultModel == "mock" ? new[] { model, "mock"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: new[] { model, "azure-gpt-4o"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chain.Length &amp;&amp; !ok; i++)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 &gt; 0) Interlocked.Increment(ref stats.Fallbacks);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res = await CallGateway(http, gateway, chain[i], …);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(res.ok) { ok = true; model = chain[i]; answer = res.answer;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6809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fallback, що спрацював непомітно, — замаскована проблема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7141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— реальна модель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= chain[i]: інакше аналітика тижня 2 бреше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297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стенда — чесна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другий елемент — той самий mock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повтор: не кожну операцію можна ретраїти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  <a:gridCol w="4480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повторювати?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умова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немає побічних ефектів, крім вартості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Читання через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за визначенням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Дія, що змінює стан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з ключем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без ключа повтор — це дубль, а не наполегливість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 без ідемпотентності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краще чесно віддати помилку людині, ніж вгадувати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4348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48188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ретрай визначається не типом помилки, а природою операції. Найпідліший випадок — таймаут: відповіді немає, а дія могла статися.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storm: ваша стійкість добиває провайдера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отримали помилку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повторюють одночасно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хвиля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не встає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1546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Експоненційна пауза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«одразу ще раз»: кожна спроба чекає довше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1546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Джитер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розкид — інакше всі повторюють у ті самі мілісекунди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32" name="Shape 29"/>
          <p:cNvSpPr/>
          <p:nvPr/>
        </p:nvSpPr>
        <p:spPr>
          <a:xfrm>
            <a:off x="8174736" y="31546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спроб + breaker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поспіль перестаєте стукати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BE9E9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без паузи «бо швидко треба»: на 429 три негайні спроби потроюють трафік саме тоді, коли вас просили пригальмувати. 429 уже сказав, що робити: почекати.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760720"/>
                <a:gridCol w="438912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віддаємо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втрачає користувач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основної моделі з інструментами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іншої моделі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можливо, трохи іншу манеру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моделі без звернень до зовнішніх систем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актуальні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раніше згенеровану відповідь на схоже питання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свіжість і персоналізацію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ввічливе «спробуйте згодом» + шлях до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узагалі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0749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221224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2 і 5 — core цього тижня: між ними лежить уся різниця між «впало» і «деградувало».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Остання лінія — це UX-рішення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(!ok) {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"Вибачте, тимчасові проблеми на нашому боці.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Спробуйте, будь ласка, трохи згодом.";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(status == 200 || status == 0) ? 503 : status;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Текст — для людини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ввічливе, чесне повідомлення; чат живий, жодного стек-трейса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— для машин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лог їде 503, а не 200 «щоб не лякати»: інакше моніторинг бачить здорову систему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аудиторії, два повідомлення — з одного місця в коді.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gateway/litellm-config.yaml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num_retries: 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тепер ви знаєте, навіщо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29718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3099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ПРИХОВАНІ РЕТРАЇ В КІЛЬКОХ ШАРАХ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335584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перемножуються: два ретраї в адаптері × два в сервісі × таймаут — і «швидка відмова» триває пів хвилини.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42976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4EF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44439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Reliability-логіка живе в одному місці — у вашому сервісі: видима, залогована, керована.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66928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сьогодні в лабі: збій має коштувати мілісекунди.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breaker: перестати стукати в мертве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41018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 · опційно] 3 збої поспіль → open на 30 с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br = breakers.GetOrAdd(chain[i], _ =&gt; new Breaker());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(br.OpenUntil &gt; now)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continue;  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у провайдера навіть не питаємо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66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9F4EF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Навіщо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перестати витрачати час користувача на виклик, який майже напевно впаде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FEAFE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окремий на модель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збій однієї моделі закриває доступ до здорових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8F0E2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Половина сенсу breaker'а спрямована назовні: ви перестаєте добивати провайдера, який і так лежить.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стани — і чому half-open обов'язковий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938528" y="2011680"/>
            <a:ext cx="960120" cy="960120"/>
          </a:xfrm>
          <a:prstGeom prst="ellipse">
            <a:avLst/>
          </a:prstGeom>
          <a:solidFill>
            <a:srgbClr val="E9F4EF"/>
          </a:solidFill>
          <a:ln w="19050">
            <a:solidFill>
              <a:srgbClr val="1B8A5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3852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61848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працює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97180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91363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289864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збої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133088" y="2011680"/>
            <a:ext cx="960120" cy="960120"/>
          </a:xfrm>
          <a:prstGeom prst="ellipse">
            <a:avLst/>
          </a:prstGeom>
          <a:solidFill>
            <a:srgbClr val="FBE9E9"/>
          </a:solidFill>
          <a:ln w="19050">
            <a:solidFill>
              <a:srgbClr val="C62A2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3308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81304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питаємо зовсім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16636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10819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09320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 с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327648" y="2011680"/>
            <a:ext cx="960120" cy="960120"/>
          </a:xfrm>
          <a:prstGeom prst="ellipse">
            <a:avLst/>
          </a:prstGeom>
          <a:solidFill>
            <a:srgbClr val="F8F0E2"/>
          </a:solidFill>
          <a:ln w="19050">
            <a:solidFill>
              <a:srgbClr val="9A5B1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2764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00760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пробний запит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062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BE9E9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HALF-OPEN — САМОСТРІЛ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9028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відкрився і не має способу перевірити, чи провайдер ожив: система лишається деградованою після того, як усе полагодилося.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44068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58698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відкритого circuit: здорове питання миттєво отримує заглушку — деградація без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метриках: інцидент без сліду повториться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fallback_events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 росте з кожним спрацюванням ланцюга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42616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642616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збоїв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42616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503, 429, 0 лежать у лозі поруч зі звичайними 200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502152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502152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деградації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502152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 чесний статус, а не 200 — інакше метрики брешуть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37083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517136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запитів пішло через fallback минулої п'ятниці?» — питання, з якого починається і постмортем, і розмова з провайдером про SLA.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559552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705856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тижні 5 усе це стане плитками консолі — сьогодні досить, що цифри існують і ростуть правильно.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сучасні поправки до бюджету часу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Яких не було в епоху «одна модель — одна відповідь»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1488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 — інший порядок часу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секунди замість сотень мілісекунд: таймаут під швидкий режим «падає» на легітимно повільній відповіді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14" name="Shape 11"/>
          <p:cNvSpPr/>
          <p:nvPr/>
        </p:nvSpPr>
        <p:spPr>
          <a:xfrm>
            <a:off x="6483096" y="21488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995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Ліміти стали багатовимірними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483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запити на хвилину: токени на хвилину, окремі квоти на «думаючі» моделі й кешовані токени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402336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BE9E9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16966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429 приходить не тому, що «багато запитів», а тому, що ви вибрали токен-квоту.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4EF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ВИСНОВОК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часу — властивість маршруту, а не константа сервісу: ставиться там само, де ухвалюється рішення про модель.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ввічлива відмова замість 500-ки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маркер удруге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коштує мілісекунди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перехід fallback — у діфі коду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на цьому тижні не віддається нічим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3 × __fail_503 → open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здорове питання миттєво отримує заглушку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пауза ~5 с → probe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закриває circuit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спроєктовану відмову наживо: збій — не 500 і не вісім секунд, а швидка ввічлива заглушка зі слідом у лозі. І ціну відкритого circuit — деградацію навіть здорових питань.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три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92024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9202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ланцюг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CallGateway + цикл по chain + лічильник переходів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83464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8346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інцидент до дна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 з 503 у лозі, а не 500 користувачу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74904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749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слід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і лічильник fallback ростуть правильно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663440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6634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збої → open на 30 с, обов'язково з half-open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мілісекунди замість восьми секунд прихованих ретраїв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Користувач бачить ввічливість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замість 500-ки — чат живий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бачить правду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 у лозі й лічильник переходів, а не «все добре»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МЕЖА СТЕНДА — ЧЕСНА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3616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Успішний fallback «основна впала — резерв відповів» на mock показати неможливо: обидва елементи ланцюга — той самий mock. Перехід дивимось у діфі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 — мілісекунди, а не секунди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чесний 503 і лічильник переходів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retry, fallback і breaker одним реченням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паузи і без стелі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 стає другою половиною інциденту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зі статусом 200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бачить здорову систему, коли всі бачать вибачення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Ретраї в кількох шарах одразу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 — «швидка відмова» на пів хвилини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без half-open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лишається деградованою після того, як усе полагодилося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без лічильника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проблема, що спрацювала непомітно, повертається більшою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__fail_503 → fallback → ввічлива заглушка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збій швидкий і лишає чесний статус у лозі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проговорити свою драбину деградації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breaker: 3 збої → open на 30 с, обов'язково з half-open (пробний запит раз на ~5 с) — інакше сам собі влаштуєш outage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4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об'єднує надійність і безпеку: сьогоднішній fallback із деградацією вже у вас в руках, після наступного уроку додасться черга підтверджень для незворотних дій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падало», а щоб падіння було керованим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— значення, а не виняток: тільки так будуються ланцюги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і fallback вирішують різні задачі; порядок — спершу fallback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сходинки, а остання з них — UX-рішення з чесним статусом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без сліду в метриках повториться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8 · Safety, guardrails і human-in-the-loop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переживає збій провайдера. Наступного уроку — про збої іншого роду: коли шкоду завдає не інфраструктура, а зміст. Injection, витік даних і незворотні дії, які мусить підтвердити людина — та сама «дірка», яку ми лишили відкритою на уроці 6.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7 · Reliability: fallback, деградація і circuit breaker</dc:title>
  <dc:subject>PptxGenJS Presentation</dc:subject>
  <dc:creator>LLMOps Bootcamp</dc:creator>
  <cp:lastModifiedBy>LLMOps Bootcamp</cp:lastModifiedBy>
  <cp:revision>1</cp:revision>
  <dcterms:created xsi:type="dcterms:W3CDTF">2026-08-11T18:36:54Z</dcterms:created>
  <dcterms:modified xsi:type="dcterms:W3CDTF">2026-08-11T18:36:54Z</dcterms:modified>
</cp:coreProperties>
</file>