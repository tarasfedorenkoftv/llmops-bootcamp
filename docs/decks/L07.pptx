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 fallback,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інфраструктура: падіння має бути керованим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9E9E8"/>
          </a:solidFill>
          <a:ln/>
        </p:spPr>
      </p:sp>
      <p:sp>
        <p:nvSpPr>
          <p:cNvPr id="26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≠ fallback: словник рішень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робить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ще раз туди само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Коли доречний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Головний ризик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Backoff: фіксований, експоненційний, jitter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883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883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883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9359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9359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9359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0474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збій стає значенням, а не винятком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Fallback-ланцюг: спробуй наступного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повтор: не кожну операцію можна ретраїти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Виклик моделі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тільки з ключем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8188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storm: ваша стійкість добиває провайдера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9E9E8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має сходинки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нічого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актуальні дані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Остання лінія — це UX-рішення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мають бути швидкими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breaker: перестати стукати в мертве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стани — і чому half-open обов'язковий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9E9E8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у метриках: інцидент без сліду повториться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запитів пішло через fallback минулої п'ятниці?» — питання, з якого починається і постмортем, і розмова з провайдером про SLA.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тижні 5 усе це стане плитками консолі — сьогодні досить, що цифри існують і ростуть правильно.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сучасні поправки до бюджету часу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секунди замість сотень мілісекунд: таймаут під швидкий режим «падає» на легітимно повільній відповіді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лише запити на хвилину: токени на хвилину, окремі квоти на «думаючі» моделі й кешовані токени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часу — властивість маршруту, а не константа сервісу: ставиться там само, де ухвалюється рішення про модель.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три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2026-08-10T19:13:46Z</dcterms:created>
  <dcterms:modified xsi:type="dcterms:W3CDTF">2026-08-10T19:13:46Z</dcterms:modified>
</cp:coreProperties>
</file>