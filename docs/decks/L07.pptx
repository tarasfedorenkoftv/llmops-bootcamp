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Reliability: fallback,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 і circuit breaker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Чужа інфраструктура: падіння має бути керованим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3E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9E9E8"/>
          </a:solidFill>
          <a:ln/>
        </p:spPr>
      </p:sp>
      <p:sp>
        <p:nvSpPr>
          <p:cNvPr id="26" name="Text 2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9" name="Text 2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≠ fallback: словник рішень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робить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ще раз туди само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Коли доречний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Головний ризик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ECEBFB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Backoff: фіксований, експоненційний, jitter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883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6883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883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593592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593592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Jitter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593592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7914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504748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Розтин: збій стає значенням, а не винятком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Fallback-ланцюг: спробуй наступного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 на повтор: не кожну операцію можна ретраїти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Виклик моделі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тільки з ключем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4348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48188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storm: ваша стійкість добиває провайдера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32" name="Shape 30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33" name="Text 31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9E9E8"/>
          </a:solidFill>
          <a:ln/>
        </p:spPr>
      </p:sp>
      <p:sp>
        <p:nvSpPr>
          <p:cNvPr id="37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 має сходинки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нічого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актуальні дані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Остання лінія — це UX-рішення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мають бути швидкими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3EE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breaker: перестати стукати в мертве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3EE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CEBFB"/>
          </a:solidFill>
          <a:ln/>
        </p:spPr>
      </p:sp>
      <p:sp>
        <p:nvSpPr>
          <p:cNvPr id="15" name="Text 13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8F0E2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стани — і чому half-open обов'язковий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E9F3EE"/>
          </a:solidFill>
          <a:ln w="19050">
            <a:solidFill>
              <a:srgbClr val="1772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4038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F9E9E8"/>
          </a:solidFill>
          <a:ln w="19050">
            <a:solidFill>
              <a:srgbClr val="B3261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4038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9E9E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ECEBFB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Слід у метриках: інцидент без сліду повториться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«Скільки запитів пішло через fallback минулої п'ятниці?» — питання, з якого починається і постмортем, і розмова з провайдером про SLA.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тижні 5 усе це стане плитками консолі — сьогодні досить, що цифри існують і ростуть правильно.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сучасні поправки до бюджету часу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225296" y="1005840"/>
            <a:ext cx="8223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6" name="Text 4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секунди замість сотень мілісекунд: таймаут під швидкий режим «падає» на легітимно повільній відповіді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4" name="Shape 12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5" name="Text 13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лише запити на хвилину: токени на хвилину, окремі квоти на «думаючі» моделі й кешовані токени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9E9E8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3EE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часу — властивість маршруту, а не константа сервісу: ставиться там само, де ухвалюється рішення про модель.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7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8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три кроки +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920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83464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834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74904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663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43616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швидкий — мілісекунди, а не секунди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лозі чесний 503 і лічильник переходів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 retry, fallback і breaker одним реченням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2026-08-10T18:29:05Z</dcterms:created>
  <dcterms:modified xsi:type="dcterms:W3CDTF">2026-08-10T18:29:05Z</dcterms:modified>
</cp:coreProperties>
</file>