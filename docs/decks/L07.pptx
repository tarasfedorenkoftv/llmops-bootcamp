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Reliability: fallback,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і circuit breaker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27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F8F0E2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E9F4EF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Shape 17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Shape 18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2" name="Shape 19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3" name="Shape 20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E6E7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3" name="Shape 30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4" name="Shape 31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5" name="Shape 32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6" name="Shape 33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BE9E9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BE9E9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FEAFE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8F0E2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FBE9E9"/>
          </a:solidFill>
          <a:ln w="19050">
            <a:solidFill>
              <a:srgbClr val="C62A2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1748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400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14400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5" name="Shape 12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920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834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6634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3616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2026-08-16T14:42:38Z</dcterms:created>
  <dcterms:modified xsi:type="dcterms:W3CDTF">2026-08-16T14:42:38Z</dcterms:modified>
</cp:coreProperties>
</file>