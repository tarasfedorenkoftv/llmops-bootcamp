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сьомому уроці — першому з тижня «Надійність + безпека». Провайдер ляже; питання не «чи», а «що побачить користувач, коли це станеться». До сьогодні відповідь була чесною катастрофою: «Сервіс тимчасово недоступний» і нуль плану Б — ви бачили це ще в лабі уроку 1. Сьогодні будуємо план Б: виносимо виклик моделі у функцію, де збій — значення, а не виняток; будуємо fallback-ланцюг з лічильником переходів; вчимо систему віддавати ввічливу заглушку замість 500-ки — з чесним статусом у лозі. А потім влаштовуємо власний інцидент, бо наш mock уміє падати на замовлення. Для охочих — circuit breaker з обов'язковим half-open, разом з чесною історією, як я сам собі влаштував outage під час підготовки курсу. Все — руками, все — відтворювано.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результат уроку конкретними діями. Після сьогоднішнього ви зможете: винести виклик моделі у функцію, яка повертає успіх або невдачу, — збій стане значенням, з яким працює логіка, а не аварією, що летить крізь стек. Побудувати fallback-ланцюг, де кожен перехід лічиться, а в лог їде модель, яка реально відповіла. Віддати користувачу ввічливу заглушку замість 500-ки — і чесний 503 у лог, щоб моніторинг не осліп під час інциденту. Влаштувати керований інцидент через __fail_503 і переконатися, що збій коштує мілісекунди, а не секунди прихованих ретраїв. Пояснити одним реченням різницю між retry, fallback і circuit breaker. А для охочих — зібрати circuit breaker з half-open і на власні очі побачити, чому без half-open він перетворюється на самостріл. Кожен пункт перевіримо руками ще сьогодні — у лабораторній.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 такий. Спершу проблема: наша фіча залежить від чужої інфраструктури, і падіння — це нормальний режим, а не аномалія. Далі словник рішень: retry проти fallback, правильний порядок і бюджет часу згори вниз. Потім три шматки коду: CallGateway, де збій стає значенням; fallback-ланцюг з лічильником переходів; і ввічлива деградація з чесним статусом у лозі. Окремий блок — про право на повтор, лавину ретраїв і сходинки деградації: між нормою і заглушкою є проміжні варіанти. Блок про num_retries: 0 пояснює, чому помилки мають бути швидкими і чому reliability-логіка живе в одному місці. Опційний блок — circuit breaker з обов'язковим half-open. Далі слід у метриках, місток до демо, лабораторна з інцидентом на замовлення, антипатерни і домашнє завдання. [Ведучому: §02 теорії стискай до ~3 хвилин — backoff по реченню, історію з практики — до формули.]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Ваша LLM-фіча залежить від інфраструктури, якою ви не керуєте, — це четверта властивість з уроку 1, і сьогодні її черга. 429 у пік трафіку, 5xx під час інциденту провайдера, стрибки latency — це не аномалії, це нормальний режим роботи інтернету. Ненормальним є те, як більшість систем на це реагує: гола 500-ка користувачу і тиша в логах. Окрема підступна категорія — тихі смерті: найгірші збої не дають 5xx. Я розбирав інцидент, де голосовий агент просто замовкав на другій хвилині розмови — жодної помилки, жодного алерту: з'єднання тихо вмирало десь по дорозі, бо ніхто не слав keepalive частіше, ніж мережа встигала «прибрати» неактивний конект. Схема «запит-відповідь» такі речі не ловить у принципі — для довгих і стрімінгових сесій потрібен heartbeat, а не надія. У нашому контурі сесії короткі, тож сьогодні ця категорія лишається згадкою, але тримайте її в голові, щойно з'явиться streaming. І головне переформулювання уроку: reliability — це не «щоб не падало». Падатиме. Reliability — це щоб падіння було керованим: з планом Б, з ввічливою відмовою в найгіршому разі і зі слідами в метриках. До сьогодні збій провайдера означав чесну катастрофу — ви бачили це в лабі уроку 1. Сьогодні між збоєм і користувачем з'являються два шари: спроба піти в інше місце і спроєктована відмова, якщо не вийшло.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слова, які часто змішують, — а це різні механізми з різною механікою відмови. Retry — ще раз туди само; доречний на минущих збоях: мережевий глюк, 429. Обов'язкові атрибути — backoff і бюджет спроб; головний ризик — DDoS власного провайдера. Fallback — в інше місце, до іншої моделі чи провайдера; доречний, коли провайдер лежить або деградує; вимагає явного порядку ланцюга; ризик — непомітна різниця якості моделей. Правильний порядок теж має значення: спершу короткий retry — раптом глюк; потім fallback — схоже, надовго; і на все разом бюджет часу, бо користувач чекає відповіді, а не вашої боротьби за неї. Бюджет згори вниз, як із таймаутами інструментів минулого уроку: спершу «скільки чекає користувач», потім — скільки з цього можна витратити на спроби. І чесне уточнення про наш контур: retry в коді курсу свідомо не будуємо — на mock він нічого не додає, бо «ще раз туди само» і «в інше місце» ведуть в один процес. Тому будуємо fallback, а retry тримаємо в голові поруч: у проді порядок саме такий. З практики, як виглядає доросла форма цього рішення — з реального фіксу на голосовій платформі, яку я супроводжую: звіт про результат дзвінка йшов у зовнішню систему, і мережа інколи його губила. Фінальна політика — три частини, кожна обов'язкова: обмежений retry з backoff, а після вичерпання спроб — durable термінальний стан: чесний запис «помилка, спроби вичерпано», який видно і людині, і метрикам. Найгірша альтернатива — не відсутність ретраїв, а нескінченні: операція, що вічно «ще пробує», не з'являється в жодному звіті як проблема. І дотична знахідка: кожна термінальна гілка — успіх, помилка, таймаут, скасування — має звільняти захоплені ресурси.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 сам backoff — паузу між спробами — варто знати три класичні форми. Фіксований: «чекай секунду» — найпростіший, але на масовому збої всі клієнти ретраять синхронно, хвилями. Експоненційний: секунда, дві, чотири — дає системі, що задихається, дедалі більше повітря. І jitter — випадковий зсув до паузи, який розсинхронізовує натовп: без нього тисяча клієнтів, що впали одночасно, повернеться теж одночасно, і друга хвиля доб'є те, що вижило після першої. Для нашого стека з одним користувачем це теорія; для будь-якого проду — перше, про що питають на розборі ретрай-шторму. І типова помилка, яка з цього випливає: retry без backoff і без бюджету. Провайдер повернув 429 «пригальмуйте» — а ви у відповідь потроїли трафік ретраями. Тепер ліміти вичерпуються ще швидше, і ваш власний код став другою половиною інциденту. Кожен retry має чекати перед спробою і мати стелю кількості. [Ведучому: §02 стискай до ~3 хвилин — по реченню на кожну форму backoff.]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Перший крок сьогоднішньої роботи непомітний, але він робить можливим усе інше: виклик моделі виноситься у функцію, яка повертає успіх або невдачу, а не кидає виняток. CallGateway робить один POST на /v1/chat/completions через gateway і віддає кортеж: ok, відповідь, інструмент, токени, статус. Якщо статус чотириста і вище — ok дорівнює false; якщо мережа впала або gateway лежить — теж false, зі статусом нуль. Чому це важливо: збій перестає бути аварією, що летить крізь стек, і стає звичайним значенням, з яким працює логіка. «Не вийшло» — це legitimate результат виклику, один із двох очікуваних. Саме навколо такої функції можна будувати ланцюги, лічити переходи і ухвалювати рішення — з винятком у польоті нічого цього зробити не можна. І зверніть увагу на status: 0 у гілці catch: «відповіді не було взагалі» відрізняється від «відповідь була, але 5xx» — і в лозі ці випадки теж мають розрізнятися.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сам ланцюг — цикл по черзі кандидатів. Політика з уроку 3 — «у разі збою вниз, до дешевшої моделі» — набуває робочої форми: перший елемент — модель, обрана роутером, другий — резерв. На mock резервного провайдера немає, тож роль резерву в коді чесно грає той самий mock; з реальним ключем на друге місце стає інша модель чи провайдер — і ваш записаний на уроці 3 порядок вставляється сюди без змін. Три операційні рішення. Перше: кожен перехід далі за ланцюгом — інкремент лічильника Fallbacks. Fallback, що спрацював непомітно, — це замаскована проблема: користувачі вже обслуговуються резервом, а ви про це не знаєте. Друге: model = chain[i] — у лог їде та модель, яка реально відповіла, а не та, яку обрав роутер. Інакше вся аналітика вартості й якості тижня 2 почне брехати рівно в найцікавіші моменти. Уточнення для читача лога: коли впали всі елементи ланцюга, у рядку лишається модель, обрана роутером, зі статусом 503 — «хто реально відповів» на повному падінні просто не існує. Третє: на mock другий елемент ланцюга — той самий mock, і це чесне навчальне обмеження: механіка переходу справжня, а «резервного дата-центру» в компоузі немає. [Ведучому: успішний fallback «основна впала — резерв відповів» на mock показати неможливо — маркер їде в тексті користувача, тож падають обидва елементи; показуй перехід у діфі коду і проговорюй як межу стенда.]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вже маємо ланцюг спроб. Тепер питання, яке відрізняє робочу надійність від надійності «на папері»: що саме ви маєте право повторювати. Виклик моделі повторювати безпечно: він нічого не змінює у світі, максимум — витрачає токени. Читання через інструмент, як-от lookup_order, — read-only за визначенням, теж безпечно. Але щойно в ланцюг заходить дія, що змінює стан, — «повторити» перестає бути безневинним: повтор створення заявки — це дві заявки, повтор списання — це два списання. Причому найпідліший випадок — не помилка, а таймаут: ви не знаєте, чи операція виконалася. Відповіді немає, а тікет, можливо, вже створений. Тому дію, що змінює стан, повторюють тільки з ключем ідемпотентності; без ключа повтор — це дубль, а не наполегливість. А дію без ідемпотентності краще чесно віддати помилкою людині, ніж вгадувати. Принцип: право на ретрай визначає не тип помилки, а властивість операції. Питання «чи ретраїмо 503?» неповне; повне звучить так: «чи ця операція ідемпотентна?». Якщо так — ретрай безпечний навіть після таймаута. Якщо ні — ретрай перетворює одну проблему (немає відповіді) на дві: немає відповіді плюс невідома кількість побічних ефектів.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Друге питання — про ввічливість. Провайдер віддав 429 або 5xx, бо йому важко. Ваша система, як і сотні інших клієнтів, негайно повторює запит. Усі повторюють одночасно, бо всі отримали помилку одночасно — і провайдер, який майже підвівся, отримує другу хвилю, більшу за першу. Це retry storm: механізм, придуманий для стійкості, добиває систему, від якої ви залежите. Три речі цьому запобігають, і всі три мають бути разом. Експоненційна пауза між спробами замість «одразу ще раз»: кожна наступна спроба чекає довше. Випадковий розкид, джитер, у паузі: без нього всі ваші екземпляри сервісу повторюють у ті самі мілісекунди й самі створюють пік. І обмежена кількість спроб плюс circuit breaker: після кількох поспіль ви перестаєте стукати. Це не лише береже вас від очікування — це дає провайдеру шанс піднятися. Половина сенсу breaker'а спрямована не на вас, а назовні. Типова помилка: ретрай без паузи, «бо швидко треба». Я бачив конфігурацію, де на 429 стояло три негайні спроби: система в момент піку генерувала втричі більше трафіку саме тоді, коли її просили пригальмувати. Формально retry-політика була; фактично вона працювала як підсилювач інциденту. Якщо провайдер прислав 429 — він уже сказав, що робити: почекати. Читайте заголовки з підказкою про час очікування, коли вони є, і не вважайте себе розумнішими за них.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 третє, що майже завжди пропускають: між «нормальна відповідь» і «ввічлива заглушка» є не прірва, а кілька сходинок. Заглушка — остання з них, а не єдина. Сходинка перша — норма: відповідь основної моделі з інструментами, користувач не втрачає нічого. Друга — резервна модель з уроку 3: втрачається хіба трохи інша манера. Третя — без інструментів: модель відповідає, але без звернень до зовнішніх систем — втрачаються актуальні дані: «статус замовлення уточніть у…». Четверта — з кешу, з уроку 5: раніше згенерована відповідь на схоже питання; втрачається свіжість і персоналізація. І п'ята — заглушка: ввічливе «спробуйте згодом» плюс шлях до людини. Сходинки 3 і 4 варті окремої уваги, бо вони найдешевші й найчастіше забуті. Якщо ліг інструмент, а не модель, — не треба віддавати заглушку на весь запит: модель цілком може відповісти на загальне питання, чесно сказавши, що конкретних даних зараз не бачить. А якщо ліг провайдер моделі, але у вас є кеш — застаріла відповідь на типове питання майже завжди краща за «нічого». Принцип: деградація — це продуктове рішення, а не технічний виняток. Для кожної сходинки має бути домовленість: що саме віддаємо, як повідомляємо користувачу про обмеження і як це видно в метриках. У нашому контурі будуємо сходинки 2 і 5 — це core тижня; 3 і 4 проговорюємо як наступний крок. І в лозі має бути видно, якою сходинкою обслужено запит — інакше «система працює» перестає щось означати.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Що, як увесь ланцюг вичерпано? Лишаються два варіанти, і обидва погані: збрехати — віддати щось із кешу під виглядом свіжої відповіді, або впасти — 500. Правильний третій: ввічлива заглушка. Це не «здалися», це спроєктована відмова: користувач отримує чесне людське повідомлення замість технічної помилки, чат живий, а в лозі при цьому — справжній статус збою. Придивіться до другого рядка коду: статус у лог їде чесний — 503, а не 200 з ввічливим текстом. Це легко зіпсувати ненавмисно: заглушка «виглядає як відповідь», і спокусливо повернути її з кодом успіху, щоб «не лякати клієнтський код». Наслідок — моніторинг тижня 5 бачитиме здорову систему рівно тоді, коли всі користувачі бачать вибачення. Розділяйте канали: текст — для людини, статус — для машин, і жоден не бреше своїй аудиторії. Умова покриває і status == 0 — випадок «відповіді не було взагалі», коли gateway недоступний і CallGateway повернула нуль: це теж деградація, і в лог має їхати чесний 503, а не 0. І пам'ятайте: деградація — це драбина, у різних сходинок різні правила. Для довідкових питань можна деградувати м'якше: дешевша модель, відповідь із кешу з позначкою свіжості. Для дій — тільки чесна відмова: «створити тікет зараз не можу» краще за тікет, створений наосліп під час інциденту. Головне, щоб кожна сходинка була рішенням, ухваленим у спокійний четвер, а не імпровізацією о третій ночі.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Дрібниця, яка кусається. Перша версія нашого стека мала дивну властивість: симульований збій «коштував» вісім секунд. Користувач чекав, чекав — і лише потім отримував заглушку. Розслідування привело в несподіване місце: gateway за замовчуванням тихо ретраїв збої всередині себе. Наш сервіс чекав не на модель — на чужі приховані спроби. Тому в конфізі адаптера з уроку 3 стоїть num_retries: 0 — і тепер ви знаєте, навіщо. Reliability-логіка має жити в одному місці — у вашому сервісі, де вона видима, залогована і керована. Коли ретраять кілька шарів одночасно, бюджети часу перемножуються: два ретраї в адаптері, два в сервісі, помножити на таймаут — і ваша «швидка відмова» триває пів хвилини. Перевірте це сьогодні в лабі: збій має коштувати мілісекунди. Швидка помилка — це теж різновид надійності: що швидше система зрозуміла «не вийшло», то швидше спрацював план Б. [Ведучому: це і є передумова демо — перед показом переконайся, що в конфізі gateway стоїть num_retries: 0, інакше «швидкий збій» на екрані триватиме ті самі 8 секунд.]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Опційний блок для охочих. Fallback-ланцюг має слабке місце: якщо основна модель лежить довго, кожен запит все одно спершу йде до неї — і платить повним таймаутом за право дізнатися те, що ви вже знаєте. Circuit breaker прибирає цей податок: після трьох збоїв поспіль модель «відкривається», і запити одразу йдуть у fallback, без очікування. Зверніть увагу: це захист вашої latency, а не покарання провайдера. Придивіться до першого рядка коду: breakers — це словник, і breaker у ньому — окремий на кожну модель, а не один глобальний. Це важливе рішення: якщо лежить mock-strong, а mock-mini здорова, глобальний breaker покарав би обох — і система відбивала б живу модель за гріхи мертвої. Стан відмови завжди має ту саму гранулярність, що й одиниця відмови: падають моделі поодинці — і breaker'и мають бути поодинці. Про half-open — третій стан у цьому коді — окремо на наступному слайді: без нього breaker перетворюється на самостріл.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Чесна історія з підготовки цього курсу. Мій перший breaker був простий: «3 збої → open на 30 секунд». На демо після симульованого інциденту бот продовжив відбивати вже здорового провайдера ще пів хвилини — інцидент закінчився, а система вперто жила за планом Б, і eval-прогін почервонів. Circuit breaker без half-open — це самостріл: ви власноруч влаштовуєте собі outage, довший за реальний. Правильна машина станів має три положення. Closed — усе штатно, лічимо збої. Open — запити оминають модель, одразу fallback. І half-open — раз на кілька секунд пропускаємо один пробний запит: успіх — закриваємо circuit, збій — лишаємось open. Пробний запит — це і є механізм «помічання одужання»; без нього open перетворюється на вирок із фіксованим терміном, який не зважає на реальність. [Ведучому: на демо ціну відкритого circuit проговорюй вголос — здорове питання отримує заглушку миттєво, бо система вже здорова, а breaker ще ні; probe — це звичайне повідомлення, не маркер.]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Останній шматок — переконатися, що вся сьогоднішня драма лишає докази. Лічильник fallback_events росте з кожним переходом за ланцюгом; статуси збоїв — 503, 429, 0 — лежать у лозі поруч зі звичайними 200; заглушка деградації пише чесний статус. На тижні 5 усе це стане плитками консолі — сьогодні достатньо, що цифри існують і ростуть правильно. Чому це не бюрократія: інцидент, що не лишив сліду, — це інцидент, який неможливо розслідувати, а отже, він повториться. «Скільки запитів пішло через fallback минулої п'ятниці?» — питання, з якого починається і постмортем, і розмова з провайдером про SLA, і рішення про другого провайдера. Відповідь має бути в даних. І чесно про наш контур: стан breaker'а, як і кеш з уроку 5, живе в пам'яті процесу — у кожного інстансу свій. На відміну від черги підтверджень незворотних дій, яку ви збудуєте наступного уроку, тут це не дефект, а нормальна практика: кожен процес сам спостерігає власні збої і сам вирішує, коли перестати стукати — один «отруєний» інстанс не відкриває breaker усім. Знати про це варто з іншої причини: при десятьох інстансах провайдер отримає до десяти пробних запитів у half-open замість одного. Тоді стан переносять у спільне сховище — і платять за це залежністю від нього в найгірший момент. Компроміс свідомий: рішення не «правильне/неправильне», а «яку ціну ви обрали». [Ведучому: лічильник на w4 не віддається нічим — перехід показуй у діфі коду; плитки оживуть на тижні 5.]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Дві сучасні поправки до бюджету часу, яких не було в епоху «одна модель — одна відповідь». Перша: моделі з режимом мислення відповідають значно довше за швидкі — той самий запит може займати секунди замість сотень мілісекунд, і ваш таймаут, налаштований на швидкий режим, почне «падати» на легітимно повільних відповідях. Друга: провайдерські ліміти сьогодні багатовимірні — не лише запити на хвилину, а й токени на хвилину, окремі квоти на «думаючі» моделі й на кешовані токени. 429 приходить не тому, що «багато запитів», а тому, що ви вибрали токен-квоту. Практичний висновок: таймаут і поріг ретраїв мають бути різні для різних маршрутів, а причину 429 треба логувати з тілом відповіді — інакше ви лікуєте не той ліміт. І лайфхак наостанок: надійність, яку тестують лише реальними інцидентами, — це надія, а не інженерія. Mock дає вам збої на замовлення: __fail_503, __fail_429, __delay. Прогін «інцидентного сценарію» після кожної зміни reliability-коду коштує хвилину — зробіть його звичкою, а на тижні 6 він стане частиною 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перейти до екрана — що саме ви зараз побачите і навіщо. Пишу в чат __fail_503 — і замість 500-ки приходить ввічлива заглушка. Той самий маркер удруге — збій уже коштує мілісекунди. Потім показую перехід fallback у діфі коду: лічильник інкрементиться на кожному переході, а плитки для нього оживуть на тижні 5. Далі опційна частина: три __fail_503 поспіль відкривають circuit — і тепер навіть здорове питання миттєво отримує заглушку. Система вже здорова, а breaker ще ні — це ціна відкритого circuit, проговорюю її вголос. Пауза секунд п'ять — звичайне питання спрацьовує як probe, і circuit закривається. Навіщо це все: побачити спроєктовану відмову наживо — збій не 500 і не 8 секунд, а швидка ввічлива заглушка зі слідом у лозі. [Ведучому: заміряй латентність збою на екрані. Перший збій після підняття — холодний шлях, ~сотні мс, не «мілісекунди»: прогрів іде успішним шляхом, шлях збою лишається холодним — прожени __fail_503 двічі, другий буде ~50–60 мс. Передумова — num_retries: 0 у конфізі gateway, інакше «швидкий збій» триватиме 8 секунд. Probe — звичайне повідомлення, не маркер. Лічильник на w4 не віддається нічим — показуй діф коду. Успішний fallback «основна впала — резерв відповів» на mock показати неможливо: маркер їде в тексті — падають обидва елементи ланцюга; проговори як межу стенда. Retry у курсі свідомо не реалізований.]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Лабораторна — інцидент на замовлення: три обов'язкові кроки і один опційний. Крок перший: побудувати ланцюг — винести виклик моделі в CallGateway, щоб ok і fail були значеннями, додати цикл по ланцюгу і лічильник fallback-переходів. Крок другий: влаштувати інцидент — __fail_503 у чат. Обидві спроби ланцюга падають: маркер їде в тексті користувача, а обидва елементи — той самий mock, це межа стенда. Користувач отримує ввічливу заглушку за мілісекунди, а не 500 після 8 секунд; перехід порахований — лічильник видно в діфі коду, плитка оживе на тижні 5. Успішний сценарій «основна впала — резерв відповів» на mock не відтворюється — тож переконайтеся по коду, що при ok від другого елемента в лог їде саме модель, яка реально відповіла. Крок третій: перевірити слід — статуси збоїв у лозі, лічильник росте. Проговоріть: які три питання ви поставите цим даним на постмортемі. І опційний четвертий: circuit breaker — 3 збої → open, запити оминають модель без очікування; почекати кілька секунд → пробний запит → circuit закрився. Обов'язково відтворіть самостріл: закоментуйте half-open і подивіться, як «одужалий» провайдер лишається заблокованим. [Ведучому: перед показом — num_retries: 0 у конфізі gateway; латентність збою заміряй на екрані; probe — звичайне повідомлення, не маркер.]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Зафіксуємо, що демо довело. Перше: збій — більше не 500-ка. На __fail_503 користувач отримав ввічливу заглушку, чат лишився живим, а відмова стала спроєктованою, а не випадковою. Друге: збій швидкий — мілісекунди, а не вісім секунд прихованих ретраїв. Reliability-логіка живе в одному місці, у сервісі, а в конфізі gateway стоїть num_retries: 0. Третє: інцидент лишив слід — чесний 503 у лозі, а не 200 з ввічливим текстом, і лічильник переходів, який видно в коді. Разом це і є керованість падіння: план Б, спроєктована відмова, докази в даних. І чесна межа стенда: успішний fallback — «основна впала, резерв відповів» — на mock не показати, бо маркер їде в тексті і валить обидва елементи ланцюга. Механіка переходу при цьому справжня і видима в коді — з реальним ключем вона запрацює без змін.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розійтися — чесна перевірка без оцінок. Обов'язкова доріжка: __fail_503 не дає 500 — дає ввічливу заглушку. Fallback-перехід відбувається і лічиться — лічильник у діфі коду, а по коду перевірено, що при ok від резерву в лог їде модель, яка реально відповіла. Збій коштує мілісекунди, а не секунди прихованих ретраїв. І можете пояснити retry, fallback і circuit breaker одним реченням кожен. Якщо десь завагалися — повертайтеся у відповідний блок уроку. І пригадайте з минулих тижнів, без підглядання: чому промпт — частина ключа кешу і який баг це прибирає — це урок 5; що дає атрибуція вартості, чого не дає загальна сума — урок 4; чому активну версію промпта ніколи не редагують на місці — урок 2. Питання, які лишилися, — несіть у канал потоку або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П'ять способів зіпсувати собі тиждень надійності — усі перевірені. Retry без backoff і бюджету — це DDoS власного провайдера в найгірший момент: 429 означає «пригальмуйте», а не «стукайте частіше». Circuit breaker без half-open — самостріл: outage довший за реальний, перевірено на собі — система відбиває вже здорового провайдера до кінця таймера. Приховані ретраї в кількох шарах одночасно: бюджети часу перемножуються, і «швидка відмова» триває пів хвилини — reliability-логіка має жити в одному місці, у вашому сервісі. 500 користувачу як «стратегія» деградації: відмова — це теж інтерфейс, її проєктують, а не залишають на волю стек-трейса. І тестувати reliability лише на реальних інцидентах: керований збій у mock коштує хвилину і відтворюється в CI. Надійність, яку не можна відтворити на замовлення, — це надія, а не інженерія.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Домашнє завдання. Обов'язково, до наступного уроку, без здачі: закріпити лабу — __fail_503, fallback, у найгіршому разі ввічлива заглушка; переконатися, що збій швидкий — мілісекунди — і залишає чесний статус у лозі; і проговорити свою драбину деградації: що можна віддати з кешу, де чесно відмовити. Опційно — circuit breaker: 3 збої → open на 30 секунд, обов'язково з half-open — пробний запит раз на приблизно 5 секунд, — інакше сам собі влаштуєш outage. І про ДЗ тижня: воно здається після наступного уроку. ДЗ тижня 4 об'єднує надійність і безпеку: сьогоднішній fallback із деградацією — вже у вас в руках, після наступного уроку додасться черга підтверджень для незворотних дій — і тиждень здається одним PR. Критерії — у файлі ДЗ після наступного уроку.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Провайдер падатиме — питання лише, чи керовано: план Б, ввічлива відмова в найгіршому разі, слід у метриках. Retry — ще раз туди само, fallback — в інше місце; у проді спершу короткий retry, потім fallback, і на все разом — бюджет часу. Технічно все починається з того, що збій стає значенням, а не винятком: навколо CallGateway будуються ланцюги, лічильники і рішення. Назовні — ввічлива заглушка, всередину — чесний 503: обидві половини обов'язкові, інакше або користувач бачить стек-трейс, або моніторинг бачить «все добре» під час інциденту. І reliability-логіка живе в одному місці — у вашому сервісі: num_retries: 0, помилки швидкі. Наступний урок — захист від вмісту, а не інфраструктури: prompt injection на кшталт «ignore previous instructions», персональні дані, що летять у чужі API, — і повна реалізація контракту з уроку 6: незворотна дія потрапляє в чергу /approvals і виконується тільки після людини. До зустрічі.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ТИЖДЕНЬ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1783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Reliability: fallback,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 і circuit breaker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7033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E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ляже. Питання не «чи», а «що побачить користувач, коли це станеться». Будуємо план Б: fallback-ланцюг і ввічливу деградацію замість 500-ки — і влаштовуємо власний інцидент, бо mock уміє падати на замовлення. Для охочих — circuit breaker.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5166360"/>
            <a:ext cx="1717243" cy="329184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5166360"/>
            <a:ext cx="171724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59659" y="5166360"/>
            <a:ext cx="1567282" cy="329184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59659" y="5166360"/>
            <a:ext cx="15672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454957" y="5166360"/>
            <a:ext cx="1342339" cy="329184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54957" y="5166360"/>
            <a:ext cx="13423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25312" y="5166360"/>
            <a:ext cx="2017166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925312" y="5166360"/>
            <a:ext cx="20171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70494" y="5166360"/>
            <a:ext cx="2092147" cy="329184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70494" y="5166360"/>
            <a:ext cx="2092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0290658" y="5166360"/>
            <a:ext cx="1267358" cy="329184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90658" y="5166360"/>
            <a:ext cx="12673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 з 12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цього уроку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463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15568" y="1417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винести виклик моделі у функцію, де збій — значення, а не виняток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21284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15568" y="216712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побудувати fallback-ланцюг із лічильником переходів і чесною моделлю в лозі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296265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15568" y="29169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віддати ввічливу заглушку замість 500-ки — з чесним статусом 503 у лозі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371246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37124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15568" y="366674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влаштувати керований інцидент через __fail_503 і довести, що збій коштує мілісекунди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446227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15568" y="441655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retry, fallback і circuit breaker одним реченням кожен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52120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5212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15568" y="516636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зібрати circuit breaker із half-open — і показати, чому без нього він самостріл  · опційно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48640" y="6035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Жодного «зрозуміти» — лише те, що можна зробити руками і перевірити.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5156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 інфраструктура, тихі смерті; падіння — кероване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066544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548640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21671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≠ fallback; порядок і бюджет часу згори вниз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2724912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82549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CallGateway: збій — значення, а не виняток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3383280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5486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8386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Ланцюг: лічильник переходів, у лозі — реальна модель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041648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5486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142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на ретрай, лавина ретраїв, сходинки деградації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54864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4800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Деградація: ввічливо назовні, чесний статус усередину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48640" y="5358384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25" name="Text 22"/>
          <p:cNvSpPr/>
          <p:nvPr/>
        </p:nvSpPr>
        <p:spPr>
          <a:xfrm>
            <a:off x="621792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72084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num_retries: 0 — помилки мають бути швидкими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217920" y="2066544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28" name="Text 25"/>
          <p:cNvSpPr/>
          <p:nvPr/>
        </p:nvSpPr>
        <p:spPr>
          <a:xfrm>
            <a:off x="6217920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720840" y="21671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Опційно: circuit breaker, half-open і самостріл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217920" y="2724912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31" name="Text 28"/>
          <p:cNvSpPr/>
          <p:nvPr/>
        </p:nvSpPr>
        <p:spPr>
          <a:xfrm>
            <a:off x="621792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720840" y="282549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Слід у метриках: інцидент без сліду повториться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6217920" y="3383280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34" name="Text 31"/>
          <p:cNvSpPr/>
          <p:nvPr/>
        </p:nvSpPr>
        <p:spPr>
          <a:xfrm>
            <a:off x="6217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720840" y="348386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Лаба: ланцюг → інцидент до дна → слід (+ CB опційно)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6217920" y="4041648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37" name="Text 34"/>
          <p:cNvSpPr/>
          <p:nvPr/>
        </p:nvSpPr>
        <p:spPr>
          <a:xfrm>
            <a:off x="621792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6720840" y="4142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6217920" y="4700016"/>
            <a:ext cx="5394960" cy="0"/>
          </a:xfrm>
          <a:prstGeom prst="line">
            <a:avLst/>
          </a:prstGeom>
          <a:noFill/>
          <a:ln w="9525">
            <a:solidFill>
              <a:srgbClr val="E4E6EC"/>
            </a:solidFill>
            <a:prstDash val="dash"/>
          </a:ln>
        </p:spPr>
      </p:sp>
      <p:sp>
        <p:nvSpPr>
          <p:cNvPr id="40" name="Text 37"/>
          <p:cNvSpPr/>
          <p:nvPr/>
        </p:nvSpPr>
        <p:spPr>
          <a:xfrm>
            <a:off x="621792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Маркери активності на слайдах: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720840" y="5358384"/>
            <a:ext cx="144018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2" name="Text 39"/>
          <p:cNvSpPr/>
          <p:nvPr/>
        </p:nvSpPr>
        <p:spPr>
          <a:xfrm>
            <a:off x="6720840" y="5358384"/>
            <a:ext cx="1440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8298180" y="5358384"/>
            <a:ext cx="1284732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4" name="Text 41"/>
          <p:cNvSpPr/>
          <p:nvPr/>
        </p:nvSpPr>
        <p:spPr>
          <a:xfrm>
            <a:off x="8298180" y="5358384"/>
            <a:ext cx="128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· ПРАКТИКА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9720072" y="5358384"/>
            <a:ext cx="1751076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6" name="Text 43"/>
          <p:cNvSpPr/>
          <p:nvPr/>
        </p:nvSpPr>
        <p:spPr>
          <a:xfrm>
            <a:off x="9720072" y="5358384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 · РЕФЛЕКСІЯ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 інфраструктура: падіння має бути керованим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14630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не аномалії — це нормальний режим роботи інтернету: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1847088"/>
            <a:ext cx="362102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847088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у пік трафіку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306824" y="1847088"/>
            <a:ext cx="362102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43984" y="1847088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 під час інциденту провайдера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065008" y="1847088"/>
            <a:ext cx="362102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02168" y="1847088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стрибки latency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48640" y="26974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— це не «щоб не падало». Падатиме.
</a:t>
            </a:r>
            <a:pPr indent="0" marL="0">
              <a:buNone/>
            </a:pPr>
            <a:r>
              <a:rPr lang="en-US" sz="13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— це щоб падіння було керованим: план Б · ввічлива відмова в найгіршому разі · сліди в метриках.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48640" y="3931920"/>
            <a:ext cx="5394960" cy="2103120"/>
          </a:xfrm>
          <a:prstGeom prst="roundRect">
            <a:avLst>
              <a:gd name="adj" fmla="val 4348"/>
            </a:avLst>
          </a:prstGeom>
          <a:solidFill>
            <a:srgbClr val="F9E9E8"/>
          </a:solidFill>
          <a:ln/>
        </p:spPr>
      </p:sp>
      <p:sp>
        <p:nvSpPr>
          <p:cNvPr id="18" name="Text 15"/>
          <p:cNvSpPr/>
          <p:nvPr/>
        </p:nvSpPr>
        <p:spPr>
          <a:xfrm>
            <a:off x="713232" y="404164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Тихі смерті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13232" y="4352544"/>
            <a:ext cx="506577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Найгірші збої не дають 5xx: схема «запит-відповідь» їх не ловить у принципі. Для довгих і стрімінгових сесій потрібен heartbeat, а не надія. У нашому контурі сесії короткі — тримайте це в голові, щойно з'явиться streaming.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63640" y="3931920"/>
            <a:ext cx="5376672" cy="2103120"/>
          </a:xfrm>
          <a:prstGeom prst="roundRect">
            <a:avLst>
              <a:gd name="adj" fmla="val 4348"/>
            </a:avLst>
          </a:prstGeom>
          <a:solidFill>
            <a:srgbClr val="ECEBFB"/>
          </a:solidFill>
          <a:ln/>
        </p:spPr>
      </p:sp>
      <p:sp>
        <p:nvSpPr>
          <p:cNvPr id="21" name="Text 18"/>
          <p:cNvSpPr/>
          <p:nvPr/>
        </p:nvSpPr>
        <p:spPr>
          <a:xfrm>
            <a:off x="6428232" y="4023360"/>
            <a:ext cx="5047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428232" y="4261104"/>
            <a:ext cx="504748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сьогодні збій провайдера означав чесну катастрофу: «Сервіс тимчасово недоступний» з нульовим планом Б — ви бачили це ще в лабі уроку 1. Сьогодні між збоєм і користувачем з'являються два шари: спроба піти в інше місце і спроєктована відмова, якщо не вийшло.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≠ fallback: словник рішень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97680"/>
                <a:gridCol w="44165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робить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ще раз туди само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інше місце (інша модель / провайдер)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Коли доречний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Головний ризик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4160520"/>
            <a:ext cx="2856586" cy="50292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48640" y="4160520"/>
            <a:ext cx="285658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короткий retry — раптом глюк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405226" y="41605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770986" y="4160520"/>
            <a:ext cx="2631643" cy="50292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770986" y="4160520"/>
            <a:ext cx="26316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fallback — схоже, надовго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402629" y="41605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768389" y="4160520"/>
            <a:ext cx="2256739" cy="502920"/>
          </a:xfrm>
          <a:prstGeom prst="roundRect">
            <a:avLst>
              <a:gd name="adj" fmla="val 16364"/>
            </a:avLst>
          </a:prstGeom>
          <a:solidFill>
            <a:srgbClr val="4038C4"/>
          </a:solidFill>
          <a:ln/>
        </p:spPr>
      </p:sp>
      <p:sp>
        <p:nvSpPr>
          <p:cNvPr id="17" name="Text 13"/>
          <p:cNvSpPr/>
          <p:nvPr/>
        </p:nvSpPr>
        <p:spPr>
          <a:xfrm>
            <a:off x="6768389" y="4160520"/>
            <a:ext cx="22567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часу на все разом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48640" y="5029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в коді курсу свідомо не будуємо: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mock «ще раз туди само» і «в інше місце» ведуть в один процес. Будуємо fallback; retry тримаємо в голові поруч — у проді порядок саме такий.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Backoff: фіксований, експоненційний, jitter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362102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3232" y="16642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Фіксований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13232" y="197510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«чекай секунду» — найпростіший; на масовому збої всі клієнти ретраять синхронно, хвилями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06824" y="1554480"/>
            <a:ext cx="362102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71416" y="16642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Експоненційний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71416" y="197510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1с → 2с → 4с — дає системі, що задихається, дедалі більше повітря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62102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0" y="16642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Jitter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229600" y="197510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випадковий зсув паузи розсинхронізовує натовп: без нього друга хвиля добиває те, що вижило після першої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20440"/>
            <a:ext cx="11091672" cy="1600200"/>
          </a:xfrm>
          <a:prstGeom prst="roundRect">
            <a:avLst>
              <a:gd name="adj" fmla="val 5714"/>
            </a:avLst>
          </a:prstGeom>
          <a:solidFill>
            <a:srgbClr val="F9E9E8"/>
          </a:solidFill>
          <a:ln/>
        </p:spPr>
      </p:sp>
      <p:sp>
        <p:nvSpPr>
          <p:cNvPr id="19" name="Text 16"/>
          <p:cNvSpPr/>
          <p:nvPr/>
        </p:nvSpPr>
        <p:spPr>
          <a:xfrm>
            <a:off x="713232" y="361188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13232" y="3849624"/>
            <a:ext cx="10762488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без backoff і без бюджету: провайдер повернув 429 «пригальмуйте» — а ви у відповідь потроїли трафік ретраями. Тепер ліміти вичерпуються ще швидше, і ваш власний код став другою половиною інциденту. Кожен retry має чекати перед спробою і мати стелю кількості.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48640" y="53949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нашого стека з одним користувачем це теорія; для будь-якого проду — перше питання на розборі ретрай-шторму.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Розтин: збій стає значенням, а не винятком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6766560" cy="3017520"/>
          </a:xfrm>
          <a:prstGeom prst="roundRect">
            <a:avLst>
              <a:gd name="adj" fmla="val 3636"/>
            </a:avLst>
          </a:prstGeom>
          <a:solidFill>
            <a:srgbClr val="14161C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728216"/>
            <a:ext cx="6364224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моделі через gateway; ok=false, якщо збій або статус &gt;= 400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int pt, int ct, int status)&gt;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CallGateway(HttpClient http, string gateway, string model,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string system, string user)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79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... POST /v1/chat/completions, парсинг відповіді ...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catch { return (false, "", null, 0, 0, 0); }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// gateway лежить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498080" y="1600200"/>
            <a:ext cx="414223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62672" y="1709928"/>
            <a:ext cx="3813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— звичайне значення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662672" y="2020824"/>
            <a:ext cx="3813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«не вийшло» — legitimate результат виклику, один із двох очікуваних; аварія більше не летить крізь стек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498080" y="3108960"/>
            <a:ext cx="4142232" cy="1371600"/>
          </a:xfrm>
          <a:prstGeom prst="roundRect">
            <a:avLst>
              <a:gd name="adj" fmla="val 6667"/>
            </a:avLst>
          </a:prstGeom>
          <a:solidFill>
            <a:srgbClr val="ECEBFB"/>
          </a:solidFill>
          <a:ln/>
        </p:spPr>
      </p:sp>
      <p:sp>
        <p:nvSpPr>
          <p:cNvPr id="15" name="Text 12"/>
          <p:cNvSpPr/>
          <p:nvPr/>
        </p:nvSpPr>
        <p:spPr>
          <a:xfrm>
            <a:off x="7662672" y="3218688"/>
            <a:ext cx="3813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Навколо такої функції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662672" y="3529584"/>
            <a:ext cx="3813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будуються ланцюги, лічильники переходів і рішення — з винятком у польоті це неможливо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498080" y="4617720"/>
            <a:ext cx="414223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62672" y="4727448"/>
            <a:ext cx="3813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0 у гілці catch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662672" y="5038344"/>
            <a:ext cx="3813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«відповіді не було взагалі» ≠ «відповідь була, але 5xx» — у лозі ці випадки розрізняються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Fallback-ланцюг: спробуй наступного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11091672" cy="2377440"/>
          </a:xfrm>
          <a:prstGeom prst="roundRect">
            <a:avLst>
              <a:gd name="adj" fmla="val 4615"/>
            </a:avLst>
          </a:prstGeom>
          <a:solidFill>
            <a:srgbClr val="14161C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682496"/>
            <a:ext cx="10689336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черзі; на mock другий елемент — та сама модель,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на реальному провайдері — інша (напр. [model, "azure-gpt-4o"])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ok = false;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79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systemPrompt, userMessage);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/* ... */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4114800"/>
            <a:ext cx="3621024" cy="1874520"/>
          </a:xfrm>
          <a:prstGeom prst="roundRect">
            <a:avLst>
              <a:gd name="adj" fmla="val 4878"/>
            </a:avLst>
          </a:prstGeom>
          <a:solidFill>
            <a:srgbClr val="ECEBFB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42245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Лічильник переходів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13232" y="4535424"/>
            <a:ext cx="32918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крок далі за ланцюгом — інкремент Fallbacks: fallback, що спрацював непомітно, — замаскована проблема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06824" y="4114800"/>
            <a:ext cx="362102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71416" y="42245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лозі — реальна модель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471416" y="4535424"/>
            <a:ext cx="32918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= chain[i]: їде та, що відповіла, інакше аналітика W2 бреше. Впали всі — лишається модель роутера зі статусом 503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065008" y="4114800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0" y="4224528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стенда — чесна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29600" y="4535424"/>
            <a:ext cx="324612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mock другий елемент — той самий mock: механіка переходу справжня, «резервного дата-центру» в компоузі немає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на повтор: не кожну операцію можна ретраїти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Найпідліший випадок — не помилка, а таймаут: </a:t>
            </a:r>
            <a:pPr indent="0" marL="0">
              <a:buNone/>
            </a:pPr>
            <a:r>
              <a:rPr lang="en-US" sz="13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відповіді немає, а тікет, можливо, вже створений.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651760"/>
                <a:gridCol w="46908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Виклик моделі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завжди — немає побічних ефектів (крім вартості)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Читання через інструмент (lookup_order)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Дія, що змінює стан (create_ticket)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тільки з ключем ідемпотентності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48640" y="4572000"/>
            <a:ext cx="11091672" cy="1463040"/>
          </a:xfrm>
          <a:prstGeom prst="roundRect">
            <a:avLst>
              <a:gd name="adj" fmla="val 6250"/>
            </a:avLst>
          </a:prstGeom>
          <a:solidFill>
            <a:srgbClr val="E9F3EE"/>
          </a:solidFill>
          <a:ln/>
        </p:spPr>
      </p:sp>
      <p:sp>
        <p:nvSpPr>
          <p:cNvPr id="12" name="Text 8"/>
          <p:cNvSpPr/>
          <p:nvPr/>
        </p:nvSpPr>
        <p:spPr>
          <a:xfrm>
            <a:off x="713232" y="466344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13232" y="4901184"/>
            <a:ext cx="1076248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на ретрай визначає не тип помилки, а властивість операції. Повне питання — не «чи ретраїмо 503?», а «чи ця операція ідемпотентна?». Якщо так — ретрай безпечний навіть після таймаута; якщо ні — одна проблема (немає відповіді) перетворюється на дві: немає відповіді + невідома кількість побічних ефектів.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storm: ваша стійкість добиває провайдера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14813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отримали помилку одночасно → усі повторюють одночасно → </a:t>
            </a:r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друга хвиля, більша за першу, добиває провайдера, який майже підвівся.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2148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запобігає — усі три разом: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362102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3232" y="26243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Експоненційна пауза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13232" y="293522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замість «одразу ще раз»: кожна наступна спроба чекає довше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06824" y="2514600"/>
            <a:ext cx="362102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71416" y="26243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Джитер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471416" y="293522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випадковий розкид у паузі — інакше всі екземпляри повторюють у ті самі мілісекунди і самі створюють пік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065008" y="2514600"/>
            <a:ext cx="362102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0" y="26243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Стеля спроб + breaker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29600" y="2935224"/>
            <a:ext cx="32918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кількох поспіль — перестаєте стукати: половина сенсу breaker'а спрямована назовні, на провайдера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480560"/>
            <a:ext cx="11091672" cy="1645920"/>
          </a:xfrm>
          <a:prstGeom prst="roundRect">
            <a:avLst>
              <a:gd name="adj" fmla="val 5556"/>
            </a:avLst>
          </a:prstGeom>
          <a:solidFill>
            <a:srgbClr val="F9E9E8"/>
          </a:solidFill>
          <a:ln/>
        </p:spPr>
      </p:sp>
      <p:sp>
        <p:nvSpPr>
          <p:cNvPr id="21" name="Text 18"/>
          <p:cNvSpPr/>
          <p:nvPr/>
        </p:nvSpPr>
        <p:spPr>
          <a:xfrm>
            <a:off x="713232" y="457200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13232" y="4809744"/>
            <a:ext cx="1076248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Ретрай без паузи «бо швидко треба»: на 429 — три негайні спроби, і система в момент піку генерує втричі більше трафіку саме тоді, коли її просили пригальмувати. Формально retry-політика є; фактично — підсилювач інциденту. 429 уже сказав, що робити: почекати. Читайте заголовки з підказкою про час очікування, коли вони 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 має сходинки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029200"/>
                <a:gridCol w="386791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Сходинка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Норма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нічого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Резервна модель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Без інструментів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актуальні дані («статус замовлення уточніть у…»)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Із кешу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Заглушка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t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48640" y="420624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Сходинки 2 і 5 — core цього тижня.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і 4 — найдешевші й найчастіше забуті: ліг інструмент — не віддавайте заглушку на весь запит; є кеш — застаріла відповідь краща за «нічого».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7143"/>
            </a:avLst>
          </a:prstGeom>
          <a:solidFill>
            <a:srgbClr val="E9F3EE"/>
          </a:solidFill>
          <a:ln/>
        </p:spPr>
      </p:sp>
      <p:sp>
        <p:nvSpPr>
          <p:cNvPr id="12" name="Text 8"/>
          <p:cNvSpPr/>
          <p:nvPr/>
        </p:nvSpPr>
        <p:spPr>
          <a:xfrm>
            <a:off x="713232" y="498348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13232" y="5221224"/>
            <a:ext cx="10762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 — це продуктове рішення, а не технічний виняток: для кожної сходинки — домовленість, що віддаємо, як повідомляємо користувачу і як це видно в метриках. У лозі має бути видно, якою сходинкою обслужено запит — інакше «система працює» перестає щось означати.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degradation: остання лінія — це UX-рішення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45920"/>
            <a:ext cx="6035040" cy="1691640"/>
          </a:xfrm>
          <a:prstGeom prst="roundRect">
            <a:avLst>
              <a:gd name="adj" fmla="val 6486"/>
            </a:avLst>
          </a:prstGeom>
          <a:solidFill>
            <a:srgbClr val="14161C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773936"/>
            <a:ext cx="563270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79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" +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"Спробуйте, будь ласка, трохи згодом.";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0" y="1645920"/>
            <a:ext cx="4782312" cy="1234440"/>
          </a:xfrm>
          <a:prstGeom prst="roundRect">
            <a:avLst>
              <a:gd name="adj" fmla="val 7407"/>
            </a:avLst>
          </a:prstGeom>
          <a:solidFill>
            <a:srgbClr val="E9F3EE"/>
          </a:solidFill>
          <a:ln/>
        </p:spPr>
      </p:sp>
      <p:sp>
        <p:nvSpPr>
          <p:cNvPr id="12" name="Text 9"/>
          <p:cNvSpPr/>
          <p:nvPr/>
        </p:nvSpPr>
        <p:spPr>
          <a:xfrm>
            <a:off x="7022592" y="1755648"/>
            <a:ext cx="4453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— для людини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022592" y="2066544"/>
            <a:ext cx="445312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ввічливе, чесне повідомлення; чат живий, жодного стек-трейса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858000" y="3017520"/>
            <a:ext cx="4782312" cy="1417320"/>
          </a:xfrm>
          <a:prstGeom prst="roundRect">
            <a:avLst>
              <a:gd name="adj" fmla="val 6452"/>
            </a:avLst>
          </a:prstGeom>
          <a:solidFill>
            <a:srgbClr val="F9E9E8"/>
          </a:solidFill>
          <a:ln/>
        </p:spPr>
      </p:sp>
      <p:sp>
        <p:nvSpPr>
          <p:cNvPr id="15" name="Text 12"/>
          <p:cNvSpPr/>
          <p:nvPr/>
        </p:nvSpPr>
        <p:spPr>
          <a:xfrm>
            <a:off x="7022592" y="3127248"/>
            <a:ext cx="4453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— для машин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22592" y="3438144"/>
            <a:ext cx="4453128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лог їде 503, а не 200 «щоб не лякати клієнтський код» — інакше моніторинг W5 бачить здорову систему, коли всі бачать вибачення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48640" y="361188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Умова покриває і status == 0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(«відповіді не було взагалі», gateway недоступний): це теж деградація — у лог їде чесний 503, а не нуль. Для дій — тільки чесна відмова: «створити тікет зараз не можу» краще за тікет наосліп.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E9F3EE"/>
          </a:solidFill>
          <a:ln/>
        </p:spPr>
      </p:sp>
      <p:sp>
        <p:nvSpPr>
          <p:cNvPr id="19" name="Text 16"/>
          <p:cNvSpPr/>
          <p:nvPr/>
        </p:nvSpPr>
        <p:spPr>
          <a:xfrm>
            <a:off x="713232" y="498348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13232" y="5221224"/>
            <a:ext cx="10762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 ніколи не має бачити ваш стек-трейс, а моніторинг ніколи не має бачити «все добре» під час інциденту. Ввічлива відмова назовні + чесний статус усередину — обидві половини обов'язкові.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мають бути швидкими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45920"/>
            <a:ext cx="5852160" cy="105156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" y="1773936"/>
            <a:ext cx="544982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75120" y="1645920"/>
            <a:ext cx="4965192" cy="1645920"/>
          </a:xfrm>
          <a:prstGeom prst="roundRect">
            <a:avLst>
              <a:gd name="adj" fmla="val 5556"/>
            </a:avLst>
          </a:prstGeom>
          <a:solidFill>
            <a:srgbClr val="F9E9E8"/>
          </a:solidFill>
          <a:ln/>
        </p:spPr>
      </p:sp>
      <p:sp>
        <p:nvSpPr>
          <p:cNvPr id="12" name="Text 9"/>
          <p:cNvSpPr/>
          <p:nvPr/>
        </p:nvSpPr>
        <p:spPr>
          <a:xfrm>
            <a:off x="6839712" y="1755648"/>
            <a:ext cx="4636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Приховані ретраї в кількох шарах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39712" y="2066544"/>
            <a:ext cx="46360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бюджети часу перемножуються: 2 ретраї в адаптері × 2 у сервісі × таймаут — і «швидка відмова» триває пів хвилини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48640" y="3611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Reliability-логіка живе в одному місці — у вашому сервісі: </a:t>
            </a:r>
            <a:pPr indent="0" marL="0">
              <a:buNone/>
            </a:pPr>
            <a:r>
              <a:rPr lang="en-US" sz="17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видима, залогована, керована.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548640" y="448056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ECEBFB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46177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Перевірте сьогодні в лабі: збій має коштувати мілісекунди.
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помилка — теж різновид надійності: що швидше система зрозуміла «не вийшло», то швидше спрацював план Б.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115568" y="557784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5" name="Text 3"/>
          <p:cNvSpPr/>
          <p:nvPr/>
        </p:nvSpPr>
        <p:spPr>
          <a:xfrm>
            <a:off x="1115568" y="55778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7" name="Text 5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12848" y="329184"/>
            <a:ext cx="73270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breaker: перестати стукати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48640" y="146304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Слабке місце ланцюга: </a:t>
            </a:r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основна модель лежить довго, кожен запит усе одно спершу йде до неї — і платить повним таймаутом за те, що ви вже знаєте.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2148840"/>
            <a:ext cx="6949440" cy="3063240"/>
          </a:xfrm>
          <a:prstGeom prst="roundRect">
            <a:avLst>
              <a:gd name="adj" fmla="val 3582"/>
            </a:avLst>
          </a:prstGeom>
          <a:solidFill>
            <a:srgbClr val="14161C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2276856"/>
            <a:ext cx="6547104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79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[W4] half-open: раз на 5с пропускаємо пробний запит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(now &lt; br.NextProbe) continue;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br.NextProbe = now.AddSeconds(5);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(res.ok) { br.Fails = 0; br.OpenUntil = default; 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79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if (++br.Fails &gt;= 3)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br.OpenUntil = DateTimeOffset.UtcNow.AddSeconds(30);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br.NextProbe = DateTimeOffset.UtcNow.AddSeconds(5);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// перший probe — через 5с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680960" y="2148840"/>
            <a:ext cx="3959352" cy="1463040"/>
          </a:xfrm>
          <a:prstGeom prst="roundRect">
            <a:avLst>
              <a:gd name="adj" fmla="val 6250"/>
            </a:avLst>
          </a:prstGeom>
          <a:solidFill>
            <a:srgbClr val="ECEBFB"/>
          </a:solidFill>
          <a:ln/>
        </p:spPr>
      </p:sp>
      <p:sp>
        <p:nvSpPr>
          <p:cNvPr id="15" name="Text 12"/>
          <p:cNvSpPr/>
          <p:nvPr/>
        </p:nvSpPr>
        <p:spPr>
          <a:xfrm>
            <a:off x="7845552" y="2258568"/>
            <a:ext cx="3630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збої поспіль → open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845552" y="2569464"/>
            <a:ext cx="36301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 одразу йдуть у fallback, без очікування: це захист вашої latency, а не покарання провайдера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680960" y="3749040"/>
            <a:ext cx="395935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45552" y="3858768"/>
            <a:ext cx="3630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Breaker — окремий на модель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845552" y="4169664"/>
            <a:ext cx="3630168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глобальний покарав би здорову mock-mini за гріхи mock-strong: гранулярність стану = одиниця відмови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115568" y="557784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5" name="Text 3"/>
          <p:cNvSpPr/>
          <p:nvPr/>
        </p:nvSpPr>
        <p:spPr>
          <a:xfrm>
            <a:off x="1115568" y="55778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7" name="Text 5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12848" y="329184"/>
            <a:ext cx="73270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Half-open: механізм помічання одужання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48640" y="1828800"/>
            <a:ext cx="3529584" cy="1600200"/>
          </a:xfrm>
          <a:prstGeom prst="roundRect">
            <a:avLst>
              <a:gd name="adj" fmla="val 5714"/>
            </a:avLst>
          </a:prstGeom>
          <a:solidFill>
            <a:srgbClr val="E9F3EE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19385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13232" y="2249424"/>
            <a:ext cx="320040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 штатно; лічимо збої поспіль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489704" y="1828800"/>
            <a:ext cx="3529584" cy="1600200"/>
          </a:xfrm>
          <a:prstGeom prst="roundRect">
            <a:avLst>
              <a:gd name="adj" fmla="val 5714"/>
            </a:avLst>
          </a:prstGeom>
          <a:solidFill>
            <a:srgbClr val="F9E9E8"/>
          </a:solidFill>
          <a:ln/>
        </p:spPr>
      </p:sp>
      <p:sp>
        <p:nvSpPr>
          <p:cNvPr id="15" name="Text 12"/>
          <p:cNvSpPr/>
          <p:nvPr/>
        </p:nvSpPr>
        <p:spPr>
          <a:xfrm>
            <a:off x="4654296" y="19385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654296" y="2249424"/>
            <a:ext cx="320040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 оминають модель — одразу fallback, без очікування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430768" y="1828800"/>
            <a:ext cx="3529584" cy="1600200"/>
          </a:xfrm>
          <a:prstGeom prst="roundRect">
            <a:avLst>
              <a:gd name="adj" fmla="val 5714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8595360" y="19385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HALF-OPEN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595360" y="2249424"/>
            <a:ext cx="320040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 на ~5 с — один пробний запит: успіх → closed, збій → open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3858768" y="14813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 поспіль →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799832" y="14813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минув інтервал →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48640" y="3611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успішний probe закриває circuit · збійний probe лишає open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4160520"/>
            <a:ext cx="11091672" cy="1600200"/>
          </a:xfrm>
          <a:prstGeom prst="roundRect">
            <a:avLst>
              <a:gd name="adj" fmla="val 5714"/>
            </a:avLst>
          </a:prstGeom>
          <a:solidFill>
            <a:srgbClr val="F9E9E8"/>
          </a:solidFill>
          <a:ln/>
        </p:spPr>
      </p:sp>
      <p:sp>
        <p:nvSpPr>
          <p:cNvPr id="24" name="Text 21"/>
          <p:cNvSpPr/>
          <p:nvPr/>
        </p:nvSpPr>
        <p:spPr>
          <a:xfrm>
            <a:off x="713232" y="425196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13232" y="4489704"/>
            <a:ext cx="10762488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стає вироком із фіксованим терміном, який не зважає на реальність: система відбиває вже здорового провайдера до кінця таймера. Ви власноруч влаштовуєте собі outage, довший за реальний, — перевірено на собі, аж до червоного eval-прогону.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Слід у метриках: інцидент без сліду повториться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ECEBFB"/>
          </a:solidFill>
          <a:ln/>
        </p:spPr>
      </p:sp>
      <p:sp>
        <p:nvSpPr>
          <p:cNvPr id="10" name="Text 7"/>
          <p:cNvSpPr/>
          <p:nvPr/>
        </p:nvSpPr>
        <p:spPr>
          <a:xfrm>
            <a:off x="713232" y="166420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fallback_events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13232" y="1975104"/>
            <a:ext cx="50657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росте з кожним переходом за ланцюгом — непомітний fallback перестає бути непомітним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274320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285292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Статуси збоїв у лозі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13232" y="3163824"/>
            <a:ext cx="50657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503, 429, 0 — поруч зі звичайними 200; заглушка деградації пише чесний статус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93192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E9F3EE"/>
          </a:solidFill>
          <a:ln/>
        </p:spPr>
      </p:sp>
      <p:sp>
        <p:nvSpPr>
          <p:cNvPr id="16" name="Text 13"/>
          <p:cNvSpPr/>
          <p:nvPr/>
        </p:nvSpPr>
        <p:spPr>
          <a:xfrm>
            <a:off x="713232" y="404164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Плитки — на тижні 5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13232" y="4352544"/>
            <a:ext cx="50657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 достатньо, що цифри існують і ростуть правильно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63640" y="1554480"/>
            <a:ext cx="5376672" cy="3429000"/>
          </a:xfrm>
          <a:prstGeom prst="roundRect">
            <a:avLst>
              <a:gd name="adj" fmla="val 2667"/>
            </a:avLst>
          </a:prstGeom>
          <a:solidFill>
            <a:srgbClr val="ECEBFB"/>
          </a:solidFill>
          <a:ln/>
        </p:spPr>
      </p:sp>
      <p:sp>
        <p:nvSpPr>
          <p:cNvPr id="19" name="Text 16"/>
          <p:cNvSpPr/>
          <p:nvPr/>
        </p:nvSpPr>
        <p:spPr>
          <a:xfrm>
            <a:off x="6428232" y="1645920"/>
            <a:ext cx="5047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ЧЕСНО ПРО НАШ КОНТУР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428232" y="1883664"/>
            <a:ext cx="5047488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 breaker'а живе в пам'яті процесу — у кожного інстансу свій. Це не дефект, а практика: один «отруєний» інстанс не відкриває breaker усім. Ціна — 10 інстансів дають до 10 проб у half-open.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«Скільки запитів пішло через fallback минулої п'ятниці?»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з цього питання починається постмортем, розмова про SLA і рішення про другого провайдера. Відповідь має бути в даних.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сучасні поправки до бюджету часу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53949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3232" y="166420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з режимом мислення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13232" y="1975104"/>
            <a:ext cx="5065776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запит — секунди замість сотень мілісекунд: таймаут, налаштований на швидкий режим, «падає» на легітимно повільних відповідях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63640" y="1554480"/>
            <a:ext cx="5376672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1664208"/>
            <a:ext cx="5047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Ліміти — багатовимірні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28232" y="1975104"/>
            <a:ext cx="504748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лише запити/хв: токени/хв, окремі квоти на «думаючі» моделі й кешовані токени. 429 приходить, бо ви вибрали токен-квоту, а не «багато запитів»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56616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ECEBFB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35661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Практичний висновок: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таймаут і поріг ретраїв — різні для різних маршрутів; причину 429 логувати з тілом відповіді — інакше лікуєте не той ліміт.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475488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713232" y="4846320"/>
            <a:ext cx="10762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13232" y="5084064"/>
            <a:ext cx="107624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Надійність, яку тестують лише реальними інцидентами, — це надія, а не інженерія. Mock дає збої на замовлення: __fail_503, __fail_429, __delay. Прогін «інцидентного сценарію» після кожної зміни reliability-коду коштує хвилину — зробіть його звичкою; на тижні 6 він стане частиною CI.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3" name="Text 1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· ПРАКТИКА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77245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78992" y="1545336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ввічлива заглушка замість 500-ки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231343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772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313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78992" y="2258568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маркер удруге → збій коштує мілісекунди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48640" y="302666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77245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78992" y="2971800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перехід fallback — у діфі коду: лічильник Fallbacks (плитки оживуть на W5)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373989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3739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78992" y="3685032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опц.: 3 × __fail_503 → circuit open — здорове питання миттєво отримує заглушку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48640" y="44531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4453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78992" y="4398264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опц.: пауза ~5 с → звичайне питання = probe → circuit закрився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8001000" y="1600200"/>
            <a:ext cx="3639312" cy="2377440"/>
          </a:xfrm>
          <a:prstGeom prst="roundRect">
            <a:avLst>
              <a:gd name="adj" fmla="val 3846"/>
            </a:avLst>
          </a:prstGeom>
          <a:solidFill>
            <a:srgbClr val="ECEBFB"/>
          </a:solidFill>
          <a:ln/>
        </p:spPr>
      </p:sp>
      <p:sp>
        <p:nvSpPr>
          <p:cNvPr id="23" name="Text 20"/>
          <p:cNvSpPr/>
          <p:nvPr/>
        </p:nvSpPr>
        <p:spPr>
          <a:xfrm>
            <a:off x="8165592" y="1691640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165592" y="1929384"/>
            <a:ext cx="3310128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спроєктовану відмову наживо: збій — не 500 і не 8 секунд, а швидка ввічлива заглушка зі слідом у лозі. А з breaker'ом — і ціну відкритого circuit: миттєву деградацію навіть здорових питань.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001000" y="4160520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Кадри 4–5 — опційна частина: circuit breaker.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· ПРАКТИКА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інцидент на замовлення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4592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645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15568" y="157276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Побудувати ланцюг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винести виклик у CallGateway (ok/fail як значення) → цикл по ланцюгу → лічильник fallback-переходів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606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15568" y="25328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Влаштувати інцидент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обидві спроби падають (межа стенда) → ввічлива заглушка за мілісекунди, не 500 після 8 секунд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48640" y="35661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/>
        </p:spPr>
      </p:sp>
      <p:sp>
        <p:nvSpPr>
          <p:cNvPr id="16" name="Text 13"/>
          <p:cNvSpPr/>
          <p:nvPr/>
        </p:nvSpPr>
        <p:spPr>
          <a:xfrm>
            <a:off x="548640" y="3566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15568" y="349300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слід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статуси збоїв у лозі, лічильник росте; три питання до цих даних на постмортемі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5262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526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15568" y="445312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 · опційно</a:t>
            </a:r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збої → open: запити оминають модель; ~5 с → probe → закрився. Відтворіть самостріл: закоментуйте half-open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548640" y="557784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Механіка переходу справжня; «резервного дата-центру» в компоузі немає — обидва елементи ланцюга грає той самий mock. По коду переконайтеся: при ok від резерву в лог їде модель, яка реально відповіла.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E9F3E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70992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≠ 500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3232" y="2020824"/>
            <a:ext cx="332841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ввічлива заглушка: відмова спроєктована, чат живий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43400" y="16002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7992" y="170992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швидкий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07992" y="2020824"/>
            <a:ext cx="332841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мілісекунди, а не 8 секунд прихованих ретраїв: reliability-логіка живе в одному місці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138160" y="16002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ECEBFB"/>
          </a:solidFill>
          <a:ln/>
        </p:spPr>
      </p:sp>
      <p:sp>
        <p:nvSpPr>
          <p:cNvPr id="14" name="Text 11"/>
          <p:cNvSpPr/>
          <p:nvPr/>
        </p:nvSpPr>
        <p:spPr>
          <a:xfrm>
            <a:off x="8302752" y="170992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Слід є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302752" y="2020824"/>
            <a:ext cx="332841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чесний 503 у лозі + лічильник переходів: інцидент можна розслідувати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3840480"/>
            <a:ext cx="11091672" cy="1554480"/>
          </a:xfrm>
          <a:prstGeom prst="roundRect">
            <a:avLst>
              <a:gd name="adj" fmla="val 5882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777240" y="402336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стенда — чесна.
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Успішний fallback («основна впала — резерв відповів») на mock не показати: маркер їде в тексті — падають обидва елементи ланцюга. Механіка переходу справжня і видима в коді: з реальним ключем запрацює без змін.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557784"/>
            <a:ext cx="18745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3" name="Text 1"/>
          <p:cNvSpPr/>
          <p:nvPr/>
        </p:nvSpPr>
        <p:spPr>
          <a:xfrm>
            <a:off x="9768535" y="55778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 · РЕФЛЕКСІЯ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11091672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1837944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1837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280160" y="1783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не дає 500 — дає ввічливу заглушку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22960" y="249631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4414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fallback-перехід відбувається і лічиться (лічильник — у діфі коду); при ok від резерву в лог їде реальна модель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22960" y="315468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80160" y="309981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коштує мілісекунди, а не секунди прихованих ретраїв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822960" y="3813048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280160" y="375818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можу пояснити retry, fallback і circuit breaker одним реченням кожен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8640" y="48006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Пригадай з минулих тижнів (без підглядання):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22960" y="51389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промпт — частина ключа кешу і який баг це прибирає? (урок 5)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дає атрибуція вартості, чого не дає загальна сума? (урок 4)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822960" y="59253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активну версію промпта ніколи не редагують на місці? (урок 2)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ECEBF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ABSORB · 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07008" y="329184"/>
            <a:ext cx="83329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71907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88720" y="1554480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без backoff і бюджету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DDoS власного провайдера у найгірший момент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245059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26151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188720" y="2450592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без half-open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самостріл: outage довший за реальний (перевірено на собі)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4670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351129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188720" y="334670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Приховані ретраї в кількох шарах одночасно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бюджети часу перемножуються, «швидка відмова» триває пів хвилини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424281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440740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188720" y="4242816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користувачу як «стратегія» деградації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відмова — теж інтерфейс; проєктуйте її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513892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5303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188720" y="5138928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Тестувати reliability лише на реальних інцидентах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керований збій у mock коштує хвилину — і відтворюється в CI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42855" y="5577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3" name="Text 1"/>
          <p:cNvSpPr/>
          <p:nvPr/>
        </p:nvSpPr>
        <p:spPr>
          <a:xfrm>
            <a:off x="10042855" y="5577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· ПРАКТИКА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70992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до наступного уроку (без здачі)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219456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закріпити лабу: __fail_503 → fallback → у найгіршому разі ввічлива заглушка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290779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переконатися, що збій швидкий (мілісекунди) і залишає чесний статус у лозі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77240" y="3621024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проговорити свою драбину деградації: що можна віддати з кешу, де чесно відмовити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63640" y="16002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1709928"/>
            <a:ext cx="5065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92240" y="21945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breaker: 3 збої → open на 30с, обов'язково з half-open (пробний запит раз на ~5с) — інакше сам собі влаштуєш outage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489204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7240" y="489204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4 — після наступного уроку:  </a:t>
            </a:r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об'єднує надійність і безпеку: сьогоднішній fallback із деградацією — вже у вас в руках, після наступного уроку додасться черга підтверджень для незворотних дій — і тиждень здається одним PR. Критерії — у файлі ДЗ після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325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9C95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падатиме — питання, чи керовано: план Б, ввічлива відмова в найгіршому разі, слід у метриках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914400" y="1892808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9C95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— ще раз туди само, fallback — в інше місце; спершу короткий retry, потім fallback, на все — бюджет часу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914400" y="2459736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9C95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збій — значення, а не виняток: навколо CallGateway будуються ланцюги, лічильники і рішення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14400" y="3026664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9C95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назовні — ввічлива заглушка, всередину — чесний 503: обидві половини обов'язкові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3593592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9C95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reliability-логіка живе в одному місці: num_retries: 0 — помилки мають бути швидкими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914400" y="4526280"/>
            <a:ext cx="105156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4681728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8 · Safety, guardrails і human-in-the-loop
</a:t>
            </a:r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 захистилися від збоїв інфраструктури — від того, що ламається саме. Далі — захист від вмісту: prompt injection («ignore previous instructions»), персональні дані, що летять у чужі API, — і повна реалізація контракту з уроку 6: незворотна дія потрапляє в чергу /approvals і виконується тільки після людини.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7 з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2026-08-08T21:04:14Z</dcterms:created>
  <dcterms:modified xsi:type="dcterms:W3CDTF">2026-08-08T21:04:14Z</dcterms:modified>
</cp:coreProperties>
</file>