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6558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56032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8346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182112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5544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0078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511296"/>
            <a:ext cx="5513832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11480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11242" y="3511296"/>
            <a:ext cx="5519926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11480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5216" y="3675888"/>
            <a:ext cx="5510784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3831336"/>
            <a:ext cx="50962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86384" y="4361688"/>
            <a:ext cx="509629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35624" y="3675888"/>
            <a:ext cx="5510784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348942" y="3831336"/>
            <a:ext cx="50962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348942" y="4361688"/>
            <a:ext cx="509629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2293</Words>
  <Application>Microsoft Office PowerPoint</Application>
  <PresentationFormat>Widescreen</PresentationFormat>
  <Paragraphs>429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Taras Fedorenko</cp:lastModifiedBy>
  <cp:revision>4</cp:revision>
  <dcterms:created xsi:type="dcterms:W3CDTF">2026-08-19T12:47:02Z</dcterms:created>
  <dcterms:modified xsi:type="dcterms:W3CDTF">2026-08-20T15:36:57Z</dcterms:modified>
</cp:coreProperties>
</file>