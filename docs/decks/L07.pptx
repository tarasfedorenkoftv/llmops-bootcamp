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65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108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3108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4251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9496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2026-08-19T12:47:02Z</dcterms:created>
  <dcterms:modified xsi:type="dcterms:W3CDTF">2026-08-19T12:47:02Z</dcterms:modified>
</cp:coreProperties>
</file>