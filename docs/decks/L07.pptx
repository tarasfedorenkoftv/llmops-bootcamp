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ТЕМА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помилки 500,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мережева помилка,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недоступний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"azure-gpt-5"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13892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(Тема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(Тема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6928" y="3611880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швидкий режим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675888" y="3667841"/>
            <a:ext cx="502920" cy="198973"/>
          </a:xfrm>
          <a:prstGeom prst="roundRect">
            <a:avLst>
              <a:gd name="adj" fmla="val 22978"/>
            </a:avLst>
          </a:prstGeom>
          <a:solidFill>
            <a:srgbClr val="106B41"/>
          </a:solidFill>
          <a:ln/>
        </p:spPr>
      </p:sp>
      <p:sp>
        <p:nvSpPr>
          <p:cNvPr id="21" name="Text 18"/>
          <p:cNvSpPr/>
          <p:nvPr/>
        </p:nvSpPr>
        <p:spPr>
          <a:xfrm>
            <a:off x="7927848" y="361188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розрахований під нього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" y="4014216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675888" y="4070177"/>
            <a:ext cx="4023360" cy="198973"/>
          </a:xfrm>
          <a:prstGeom prst="roundRect">
            <a:avLst>
              <a:gd name="adj" fmla="val 22978"/>
            </a:avLst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7927848" y="40142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інший порядок часу — таймаут спрацює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66928" y="441655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квота на токени / хв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675888" y="4472513"/>
            <a:ext cx="4023360" cy="198973"/>
          </a:xfrm>
          <a:prstGeom prst="roundRect">
            <a:avLst>
              <a:gd name="adj" fmla="val 22978"/>
            </a:avLst>
          </a:prstGeom>
          <a:solidFill>
            <a:srgbClr val="B3261E"/>
          </a:solidFill>
          <a:ln/>
        </p:spPr>
      </p:sp>
      <p:sp>
        <p:nvSpPr>
          <p:cNvPr id="27" name="Text 24"/>
          <p:cNvSpPr/>
          <p:nvPr/>
        </p:nvSpPr>
        <p:spPr>
          <a:xfrm>
            <a:off x="7927848" y="44165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вичерпується раніше за квоту на запити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49926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5504688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650992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помилки 500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помилки 500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наступної теми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У наступній темі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у Темі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2026-09-08T09:14:32Z</dcterms:created>
  <dcterms:modified xsi:type="dcterms:W3CDTF">2026-09-08T09:14:32Z</dcterms:modified>
</cp:coreProperties>
</file>