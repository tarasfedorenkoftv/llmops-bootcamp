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7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Reliability: fallback,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і circuit breaker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помилки 500, з чесним 503 у лозі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749808" y="526237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749808" y="52623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243584" y="51114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1243584" y="5367528"/>
            <a:ext cx="101681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мережева помилка,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недоступний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32888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32888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32888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82696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82696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82696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40507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258568" y="416966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6781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Shape 17"/>
          <p:cNvSpPr/>
          <p:nvPr/>
        </p:nvSpPr>
        <p:spPr>
          <a:xfrm>
            <a:off x="4614977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1" name="Shape 18"/>
          <p:cNvSpPr/>
          <p:nvPr/>
        </p:nvSpPr>
        <p:spPr>
          <a:xfrm>
            <a:off x="616214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2" name="Shape 19"/>
          <p:cNvSpPr/>
          <p:nvPr/>
        </p:nvSpPr>
        <p:spPr>
          <a:xfrm>
            <a:off x="7709306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Shape 20"/>
          <p:cNvSpPr/>
          <p:nvPr/>
        </p:nvSpPr>
        <p:spPr>
          <a:xfrm>
            <a:off x="9256471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432511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258568" y="444398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723998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11626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786884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537399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566928" y="4599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2258568" y="471830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81858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3" name="Shape 30"/>
          <p:cNvSpPr/>
          <p:nvPr/>
        </p:nvSpPr>
        <p:spPr>
          <a:xfrm>
            <a:off x="384139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4" name="Shape 31"/>
          <p:cNvSpPr/>
          <p:nvPr/>
        </p:nvSpPr>
        <p:spPr>
          <a:xfrm>
            <a:off x="5388559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5" name="Shape 32"/>
          <p:cNvSpPr/>
          <p:nvPr/>
        </p:nvSpPr>
        <p:spPr>
          <a:xfrm>
            <a:off x="693572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6" name="Shape 33"/>
          <p:cNvSpPr/>
          <p:nvPr/>
        </p:nvSpPr>
        <p:spPr>
          <a:xfrm>
            <a:off x="9772193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9" name="Text 36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"azure-gpt-5"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2623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2623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48828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5138928"/>
            <a:ext cx="101681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808" y="517093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9" name="Text 36"/>
          <p:cNvSpPr/>
          <p:nvPr/>
        </p:nvSpPr>
        <p:spPr>
          <a:xfrm>
            <a:off x="749808" y="51709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1243584" y="49286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1243584" y="51846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у п'ятницю?» — з цього починається постмортем.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це стане плитками консолі — сьогодні досить, що цифри 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під швидкий режим падає на легітимно повільній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токени, окремі квоти на «думаючі» моделі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86608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86608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три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помилки 500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4" name="Text 31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65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965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3108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3108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4251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4251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539496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5394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помилки 500 — чат живий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наступного уроку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Наступного уроку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2026-09-02T11:10:49Z</dcterms:created>
  <dcterms:modified xsi:type="dcterms:W3CDTF">2026-09-02T11:10:49Z</dcterms:modified>
</cp:coreProperties>
</file>