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4 · ТЕМА 7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Reliability: fallback,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деградація і circuit breaker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Провайдер ляже. Питання не «чи», а «що побачить користувач, коли це станеться». Будуємо план Б — і влаштовуємо власний інцидент, бо mock уміє падати на замовлення.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Зробити збій значенням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виклик у функції, де помилка — не виняток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Побудувати fallback-ланцюг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спробуй наступного, лічильник переходів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Віддати ввічливу заглушку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замість помилки 500, з чесним 503 у лозі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Влаштувати інцидент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і довести: збій коштує мілісекунди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Зібрати circuit breaker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із half-open · опційно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Падіння має бути керованим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 ≠ fallback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Збій як значення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Fallback-ланцюг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Право на повтор і лавина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Сходинки деградації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Помилки мають бути швидкими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Circuit breaker · опційно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Слід у метриках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 — не «щоб не падало». Падатиме. Щоб падіння було керованим.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ще раз туди само — на минущих збоях, обов'язково з паузою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інше місце: інша модель за оголошеним порядком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backoff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пауза перед повтором; jitter розсинхронізує натовп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graceful degradation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чесна відповідь нижчої якості замість помилки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 breaker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після кількох збоїв перестає стукати в мертвий сервіс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half-open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пробний запит: чи ожив провайдер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коді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Чужа інфраструктура: падіння має бути керованим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2880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2880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стрибки latency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21945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1259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82880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182880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у пік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61888" y="21945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1259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182880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182880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5xx на боці провайдера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42248" y="21945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1259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182880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182880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зміни API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2697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 не аномалії — це нормальний режим роботи інтернету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2004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33558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 — не «щоб не падало»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68096" y="388620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Б · ввічлива відмова в найгіршому разі · сліди в метриках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281928" y="32004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6483096" y="33558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Тихі смерті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483096" y="388620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найгірші збої не дають 5xx: схема «запит-відповідь» їх не ловить у принципі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5A0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749808" y="526237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" y="5262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243584" y="51114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243584" y="5367528"/>
            <a:ext cx="10168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сьогодні будь-який збій провайдера означав 500-ку користувачу. Сьогодні між ними стає план Б.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Retry ≠ fallback: словник рішень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fallback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Що робить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ще раз туди само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 інше місце: інша модель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Коли доречний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минущі збої: мережева помилка, 429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провайдер недоступний або деградує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Обов'язкові атрибути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backoff і бюджет спроб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явний порядок ланцюга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Головний ризик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DDoS власного провайдера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непомітна різниця якості моделей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4348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5A05F4"/>
          </a:solidFill>
          <a:ln/>
        </p:spPr>
      </p:sp>
      <p:sp>
        <p:nvSpPr>
          <p:cNvPr id="10" name="Text 6"/>
          <p:cNvSpPr/>
          <p:nvPr/>
        </p:nvSpPr>
        <p:spPr>
          <a:xfrm>
            <a:off x="786384" y="4581144"/>
            <a:ext cx="106253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 в коді курсу свідомо не будуємо: на mock «ще раз туди само» і «в інше місце» дають той самий результат. Порядок правильний — спершу fallback, і бюджет часу на все разом.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Backoff: фіксований, експоненційний, jitter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Фіксований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«чекай секунду» — найпростіший; на масовому збої всі клієнти повертаються синхронно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532888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532888"/>
            <a:ext cx="37618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Експоненційний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532888"/>
            <a:ext cx="664037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кожна наступна спроба чекає довше — трафік згасає замість наростання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282696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282696"/>
            <a:ext cx="37618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Jitter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282696"/>
            <a:ext cx="664037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випадковий зсув паузи розсинхронізовує натовп: без нього друга хвиля добиває вижилих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6928" y="4050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Фіксований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58568" y="4169664"/>
            <a:ext cx="8595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67812" y="4119372"/>
            <a:ext cx="100584" cy="100584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Shape 17"/>
          <p:cNvSpPr/>
          <p:nvPr/>
        </p:nvSpPr>
        <p:spPr>
          <a:xfrm>
            <a:off x="4614977" y="4119372"/>
            <a:ext cx="100584" cy="100584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1" name="Shape 18"/>
          <p:cNvSpPr/>
          <p:nvPr/>
        </p:nvSpPr>
        <p:spPr>
          <a:xfrm>
            <a:off x="6162142" y="4119372"/>
            <a:ext cx="100584" cy="100584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2" name="Shape 19"/>
          <p:cNvSpPr/>
          <p:nvPr/>
        </p:nvSpPr>
        <p:spPr>
          <a:xfrm>
            <a:off x="7709306" y="4119372"/>
            <a:ext cx="100584" cy="100584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3" name="Shape 20"/>
          <p:cNvSpPr/>
          <p:nvPr/>
        </p:nvSpPr>
        <p:spPr>
          <a:xfrm>
            <a:off x="9256471" y="4119372"/>
            <a:ext cx="100584" cy="100584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3251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Експоненційний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258568" y="4443984"/>
            <a:ext cx="8595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23998" y="4393692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3411626" y="4393692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4786884" y="4393692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Shape 26"/>
          <p:cNvSpPr/>
          <p:nvPr/>
        </p:nvSpPr>
        <p:spPr>
          <a:xfrm>
            <a:off x="7537399" y="4393692"/>
            <a:ext cx="100584" cy="10058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566928" y="45994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Jitter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258568" y="4718304"/>
            <a:ext cx="8595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981858" y="4668012"/>
            <a:ext cx="100584" cy="100584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3" name="Shape 30"/>
          <p:cNvSpPr/>
          <p:nvPr/>
        </p:nvSpPr>
        <p:spPr>
          <a:xfrm>
            <a:off x="3841394" y="4668012"/>
            <a:ext cx="100584" cy="100584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4" name="Shape 31"/>
          <p:cNvSpPr/>
          <p:nvPr/>
        </p:nvSpPr>
        <p:spPr>
          <a:xfrm>
            <a:off x="5388559" y="4668012"/>
            <a:ext cx="100584" cy="100584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5" name="Shape 32"/>
          <p:cNvSpPr/>
          <p:nvPr/>
        </p:nvSpPr>
        <p:spPr>
          <a:xfrm>
            <a:off x="6935724" y="4668012"/>
            <a:ext cx="100584" cy="100584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6" name="Shape 33"/>
          <p:cNvSpPr/>
          <p:nvPr/>
        </p:nvSpPr>
        <p:spPr>
          <a:xfrm>
            <a:off x="9772193" y="4668012"/>
            <a:ext cx="100584" cy="100584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7" name="Shape 34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9808" y="539953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9" name="Text 36"/>
          <p:cNvSpPr/>
          <p:nvPr/>
        </p:nvSpPr>
        <p:spPr>
          <a:xfrm>
            <a:off x="749808" y="5399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243584" y="51572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243584" y="54132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 без backoff і без бюджету: провайдер повернув 429 «пригальмуйте» — а Ви у відповідь потроїли трафік. Ваш власний код став другою половиною інциденту.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Розтин: збій стає значенням, а не винятком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один виклик через gateway; ok=false, якщо збій або статус &gt;= 400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async Task&lt;(bool ok, string answer, string? tool,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pt, int ct, int status)&gt; CallGateway(…)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(status &gt;= 400) return (false, "", null, 0, 0, status);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(true, answer, tool, pt, ct, status);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{ return (false, "", null, 0, 0, 0);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343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45262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44988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Значення, не виняток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502920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виклик стає рішенням, а не аварією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4343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45262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44988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Ланцюги стають можливими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502920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перевіряється, а не ловиться catch'ем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4343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45262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44988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status: 0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502920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мережа не відповіла взагалі — окрема чесна категорія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Fallback-ланцюг: спробуй наступного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[W4] fallback: пробуємо по черзі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chain = defaultModel == "mock" ? new[] { model, "mock"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: new[] { model, "azure-gpt-5" };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chain.Length &amp;&amp; !ok; i++)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&gt; 0) Interlocked.Increment(ref stats.Fallbacks);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 = await CallGateway(http, gateway, chain[i], …);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(res.ok) { ok = true; model = chain[i]; answer = res.answer; }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1148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4297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4270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Лічильник переходів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480060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fallback, що спрацював непомітно, — замаскована проблема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41148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4297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4270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лозі — реальна модель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480060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= chain[i]: інакше аналітика тижня 2 бреше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41148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4297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4270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Межа стенда — чесна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480060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mock другий елемент — той самий mock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Право на повтор: не кожну операцію можна ретраїти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4480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операція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повторювати?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умова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Виклик моделі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немає побічних ефектів, крім вартості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Читання через інструмент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read-only за визначенням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4FB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Дія, що змінює стан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4FB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тільки з ключем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4FB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без ключа повтор — це дубль, а не наполегливість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Дія без ідемпотентності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краще чесно віддати помилку людині, ніж вгадувати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526237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5262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3584" y="48828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243584" y="5138928"/>
            <a:ext cx="101681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Право на ретрай визначається не типом помилки, а природою операції. Найпідліший випадок — таймаут: відповіді немає, а дія могла статися.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Retry storm: Ваша стійкість добиває провайдера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усі отримали помилку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8152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усі повторюють одночасно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6188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друга хвиля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187452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187452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провайдер не встає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29718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768096" y="3154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80160" y="3127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Експоненційна пауза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68096" y="365760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замість «одразу ще раз»: кожна спроба чекає довше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70248" y="29718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4471416" y="3154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4471416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83480" y="3127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Джитер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4471416" y="365760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випадковий розкид — інакше всі повторюють у ті самі мілісекунди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73568" y="297180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33" name="Shape 30"/>
          <p:cNvSpPr/>
          <p:nvPr/>
        </p:nvSpPr>
        <p:spPr>
          <a:xfrm>
            <a:off x="8174736" y="3154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4" name="Text 31"/>
          <p:cNvSpPr/>
          <p:nvPr/>
        </p:nvSpPr>
        <p:spPr>
          <a:xfrm>
            <a:off x="8174736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686800" y="3127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Стеля спроб + breaker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174736" y="365760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після кількох поспіль перестаєте стукати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66928" y="4800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9808" y="517093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9" name="Text 36"/>
          <p:cNvSpPr/>
          <p:nvPr/>
        </p:nvSpPr>
        <p:spPr>
          <a:xfrm>
            <a:off x="749808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243584" y="49286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243584" y="51846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Ретрай без паузи «бо швидко треба»: на 429 три негайні спроби потроюють трафік саме тоді, коли Вас просили пригальмувати. 429 уже сказав, що робити: почекати.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Деградація має сходинки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760720"/>
                <a:gridCol w="43891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віддаємо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втрачає користувач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відповідь основної моделі з інструментами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нічого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відповідь іншої моделі (Тема 3)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можливо, трохи іншу манеру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відповідь моделі без звернень до зовнішніх систем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актуальні дані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раніше згенеровану відповідь на схоже питання (Тема 5)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свіжість і персоналізацію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ввічливе «спробуйте згодом» + шлях до людини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відповідь узагалі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50749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" y="5221224"/>
            <a:ext cx="10625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Сходинки 2 і 5 — core цього тижня: між ними лежить уся різниця між «впало» і «деградувало».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Остання лінія — це UX-рішення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(!ok)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"Вибачте, тимчасові проблеми на нашому боці.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Спробуйте, будь ласка, трохи згодом.";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(status == 200 || status == 0) ? 503 : status;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36118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7673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 — для людини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429768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ввічливе, чесне повідомлення; чат живий, жодного стек-трейса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36118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37673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 — для машин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096" y="429768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лог їде 503, а не 200 «щоб не лякати»: інакше моніторинг бачить здорову систему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525780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5404104"/>
            <a:ext cx="10625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Дві аудиторії, два повідомлення — з одного місця в коді.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Помилки мають бути швидкими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gateway/litellm-config.yaml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num_retries: 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тепер Ви знаєте, навіщо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9718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30998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ПРИХОВАНІ РЕТРАЇ В КІЛЬКОХ ШАРАХ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6384" y="3355848"/>
            <a:ext cx="10625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Бюджети часу перемножуються: два ретраї в адаптері × два в сервісі × таймаут — і «швидка відмова» триває пів хвилини.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2976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444398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Reliability-логіка живе в одному місці — у Вашому сервісі: видима, залогована, керована.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Перевірте сьогодні в лабі: збій має коштувати мілісекунди.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Circuit breaker: перестати стукати в мертве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7373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883664"/>
            <a:ext cx="10625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[W4 · опційно] 3 збої поспіль → open на 30 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br = breakers.GetOrAdd(chain[i], _ =&gt; new Breaker());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(br.OpenUntil &gt; now)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continue;         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провайдера навіть не питаємо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356616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37216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Навіщо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4251960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перестати витрачати час користувача на виклик, який майже напевно впаде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1928" y="356616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6483096" y="37216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Breaker окремий на модель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83096" y="4251960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інакше збій однієї моделі закриває доступ до здорових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525780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5404104"/>
            <a:ext cx="10625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Половина сенсу breaker'а спрямована назовні: Ви перестаєте добивати провайдера, який і так лежить.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стани — і чому half-open обов'язковий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38528" y="201168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938528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18488" y="3026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 працює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71800" y="2491740"/>
            <a:ext cx="978408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5400000">
            <a:off x="3913632" y="24231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2898648" y="21076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збої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33088" y="201168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133088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813048" y="3026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питаємо зовсім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66360" y="2491740"/>
            <a:ext cx="978408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6108192" y="24231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5093208" y="21076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 с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27648" y="201168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6327648" y="20116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half-open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07608" y="30266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пробний запит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4206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" y="43342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HALF-OPEN — САМОСТРІЛ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86384" y="4590288"/>
            <a:ext cx="106253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Breaker відкрився і не має способу перевірити, чи провайдер ожив: система лишається деградованою після того, як усе полагодилося.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" y="544068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786384" y="558698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Ціна відкритого circuit: здорове питання миттєво отримує заглушку — деградація без збою.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Слід у метриках: інцидент без сліду повториться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fallback_events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лічильник переходів росте з кожним спрацюванням ланцюга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642616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642616"/>
            <a:ext cx="3761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статуси збоїв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642616"/>
            <a:ext cx="66403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503, 429, 0 лежать у лозі поруч зі звичайними 200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50215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502152"/>
            <a:ext cx="37618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заглушка деградації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502152"/>
            <a:ext cx="664037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пише чесний статус, а не 200 — інакше метрики брешуть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370832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517136"/>
            <a:ext cx="10625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«Скільки запитів пішло через fallback у п'ятницю?» — з цього починається постмортем.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5559552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705856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тижні 5 це стане плитками консолі — сьогодні досить, що цифри 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Дві сучасні поправки до бюджету часу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00607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Яких не було в епоху «одна модель — одна відповідь»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96596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1488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21214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 мислення — інший порядок часу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8096" y="265176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таймаут під швидкий режим падає на легітимно повільній відповіді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81928" y="196596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6483096" y="21488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6" name="Text 13"/>
          <p:cNvSpPr/>
          <p:nvPr/>
        </p:nvSpPr>
        <p:spPr>
          <a:xfrm>
            <a:off x="6483096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95160" y="212140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Ліміти стали багатовимірними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83096" y="265176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лише запити на хвилину: токени, окремі квоти на «думаючі» моделі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" y="361188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швидкий режим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675888" y="3667841"/>
            <a:ext cx="502920" cy="198973"/>
          </a:xfrm>
          <a:prstGeom prst="roundRect">
            <a:avLst>
              <a:gd name="adj" fmla="val 22978"/>
            </a:avLst>
          </a:prstGeom>
          <a:solidFill>
            <a:srgbClr val="106B41"/>
          </a:solidFill>
          <a:ln/>
        </p:spPr>
      </p:sp>
      <p:sp>
        <p:nvSpPr>
          <p:cNvPr id="21" name="Text 18"/>
          <p:cNvSpPr/>
          <p:nvPr/>
        </p:nvSpPr>
        <p:spPr>
          <a:xfrm>
            <a:off x="7927848" y="3611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таймаут розрахований під нього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401421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 мислення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75888" y="4070177"/>
            <a:ext cx="4023360" cy="198973"/>
          </a:xfrm>
          <a:prstGeom prst="roundRect">
            <a:avLst>
              <a:gd name="adj" fmla="val 22978"/>
            </a:avLst>
          </a:prstGeom>
          <a:solidFill>
            <a:srgbClr val="B3261E"/>
          </a:solidFill>
          <a:ln/>
        </p:spPr>
      </p:sp>
      <p:sp>
        <p:nvSpPr>
          <p:cNvPr id="24" name="Text 21"/>
          <p:cNvSpPr/>
          <p:nvPr/>
        </p:nvSpPr>
        <p:spPr>
          <a:xfrm>
            <a:off x="7927848" y="40142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інший порядок часу — таймаут спрацює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441655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квота на токени / хв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675888" y="4472513"/>
            <a:ext cx="4023360" cy="198973"/>
          </a:xfrm>
          <a:prstGeom prst="roundRect">
            <a:avLst>
              <a:gd name="adj" fmla="val 22978"/>
            </a:avLst>
          </a:prstGeom>
          <a:solidFill>
            <a:srgbClr val="B3261E"/>
          </a:solidFill>
          <a:ln/>
        </p:spPr>
      </p:sp>
      <p:sp>
        <p:nvSpPr>
          <p:cNvPr id="27" name="Text 24"/>
          <p:cNvSpPr/>
          <p:nvPr/>
        </p:nvSpPr>
        <p:spPr>
          <a:xfrm>
            <a:off x="7927848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вичерпується раніше за квоту на запити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846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4992624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429 приходить не тому, що «багато запитів», а тому, що Ви вибрали токен-квоту.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" y="5504688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5650992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часу — властивість маршруту, а не константа сервісу.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3866083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38660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три кроки + опційний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55648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5568" y="1691640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→ заглушка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ввічлива відмова замість помилки 500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359152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5568" y="2295144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маркер удруге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збій коштує мілісекунди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2962656"/>
            <a:ext cx="384048" cy="384048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898648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перехід fallback — у діфі коду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лічильник на цьому тижні не віддається нічим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3502152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опц.: 3 × __fail_503 → open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здорове питання миттєво отримує заглушку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4169664"/>
            <a:ext cx="384048" cy="384048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4105656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опц.: пауза ~5 с → probe  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звичайне питання закриває circuit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56448" y="1691640"/>
            <a:ext cx="3474720" cy="3063240"/>
          </a:xfrm>
          <a:prstGeom prst="roundRect">
            <a:avLst>
              <a:gd name="adj" fmla="val 2388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84464" y="181051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4" name="Shape 21"/>
          <p:cNvSpPr/>
          <p:nvPr/>
        </p:nvSpPr>
        <p:spPr>
          <a:xfrm>
            <a:off x="8430768" y="181051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25" name="Shape 22"/>
          <p:cNvSpPr/>
          <p:nvPr/>
        </p:nvSpPr>
        <p:spPr>
          <a:xfrm>
            <a:off x="8577072" y="181051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6" name="Text 23"/>
          <p:cNvSpPr/>
          <p:nvPr/>
        </p:nvSpPr>
        <p:spPr>
          <a:xfrm>
            <a:off x="8759952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Чат · localhost:4200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8156448" y="200253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11158" y="2130552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920886" y="2130552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266176" y="2537231"/>
            <a:ext cx="2710282" cy="662254"/>
          </a:xfrm>
          <a:prstGeom prst="roundRect">
            <a:avLst>
              <a:gd name="adj" fmla="val 13807"/>
            </a:avLst>
          </a:prstGeom>
          <a:solidFill>
            <a:srgbClr val="1E1A2B"/>
          </a:solidFill>
          <a:ln/>
        </p:spPr>
      </p:sp>
      <p:sp>
        <p:nvSpPr>
          <p:cNvPr id="31" name="Text 28"/>
          <p:cNvSpPr/>
          <p:nvPr/>
        </p:nvSpPr>
        <p:spPr>
          <a:xfrm>
            <a:off x="8375904" y="2537231"/>
            <a:ext cx="2490826" cy="662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Вибачте, тимчасові проблеми на нашому боці. Спробуйте, будь ласка, трохи згодом.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302752" y="3245206"/>
            <a:ext cx="2710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→ заглушка · 503 у лозі · 12 мс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8811158" y="3501238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5A05F4"/>
          </a:solidFill>
          <a:ln/>
        </p:spPr>
      </p:sp>
      <p:sp>
        <p:nvSpPr>
          <p:cNvPr id="34" name="Text 31"/>
          <p:cNvSpPr/>
          <p:nvPr/>
        </p:nvSpPr>
        <p:spPr>
          <a:xfrm>
            <a:off x="8920886" y="3501238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 скинути пароль?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266176" y="3907917"/>
            <a:ext cx="2710282" cy="306095"/>
          </a:xfrm>
          <a:prstGeom prst="roundRect">
            <a:avLst>
              <a:gd name="adj" fmla="val 29873"/>
            </a:avLst>
          </a:prstGeom>
          <a:solidFill>
            <a:srgbClr val="1E1A2B"/>
          </a:solidFill>
          <a:ln/>
        </p:spPr>
      </p:sp>
      <p:sp>
        <p:nvSpPr>
          <p:cNvPr id="36" name="Text 33"/>
          <p:cNvSpPr/>
          <p:nvPr/>
        </p:nvSpPr>
        <p:spPr>
          <a:xfrm>
            <a:off x="8375904" y="3907917"/>
            <a:ext cx="2490826" cy="30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Надішліть запит на email підтримки.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302752" y="4259732"/>
            <a:ext cx="27102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· чат живий ✓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39" name="Shape 36"/>
          <p:cNvSpPr/>
          <p:nvPr/>
        </p:nvSpPr>
        <p:spPr>
          <a:xfrm>
            <a:off x="749808" y="53995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749808" y="5399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243584" y="51572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243584" y="54132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 спроєктовану відмову наживо: збій — не 500 і не вісім секунд, а швидка ввічлива заглушка зі слідом у лозі. І ціну відкритого circuit — деградацію навіть здорових питань.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три кроки + опційний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96596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965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Побудувати ланцюг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CallGateway + цикл по chain + лічильник переходів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10896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3108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Довести інцидент до дна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→ заглушка з 503 у лозі, а не 500 користувачу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425196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4251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Перевірити слід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статуси і лічильник fallback ростуть правильно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5394960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Circuit breaker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збої → open на 30 с, обов'язково з half-open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722376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Збій швидкий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мілісекунди замість восьми секунд прихованих ретраїв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880360"/>
            <a:ext cx="722376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035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Користувач бачить ввічливість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356616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заглушка замість помилки 500 — чат живий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023360"/>
            <a:ext cx="722376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4178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бачить правду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8096" y="470916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503 у лозі й лічильник переходів, а не «все добре»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6448" y="17373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 · requests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status, latency_ms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requests LIMIT 4;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503 |   12 ms   ← __fail_503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503 |    9 ms   ← __fail_503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 | 1180 ms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200 | 1204 ms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321040" y="39300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fallback_events: 2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321040" y="4151605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користувачу: 0 ✓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66928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534009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МЕЖА СТЕНДА — ЧЕСНА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6384" y="559612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Успішний fallback «основна впала — резерв відповів» на mock показати неможливо: обидва елементи ланцюга — той самий mock. Перехід дивимось у діфі коду.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__fail_503 дає ввічливу заглушку, не 500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збій швидкий — мілісекунди, а не секунди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лозі чесний 503 і лічильник переходів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 retry, fallback і breaker одним реченням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95681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783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 без паузи і без стелі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Ваш код стає другою половиною інциденту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651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82549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6517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Заглушка зі статусом 200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моніторинг бачить здорову систему, коли всі бачать вибачення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35204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9417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520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Ретраї в кількох шарах одразу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бюджети часу перемножуються — «швидка відмова» на пів хвилини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3891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56285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389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Breaker без half-open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лишається деградованою після того, як усе полагодилося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52578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543153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Shape 27"/>
          <p:cNvSpPr/>
          <p:nvPr/>
        </p:nvSpPr>
        <p:spPr>
          <a:xfrm rot="-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1298448" y="5257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 без лічильника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проблема, що спрацювала непомітно, повертається більшою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— без здачі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закріпити лабу: __fail_503 → fallback → ввічлива заглушка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переконатися, що збій швидкий і лишає чесний статус у лозі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проговорити свою драбину деградації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circuit breaker: 3 збої → open на 30 с, обов'язково з half-open (пробний запит раз на ~5 с) — інакше сам собі влаштуєш outage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20624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4 — після наступної теми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Тиждень об'єднує надійність і безпеку: сьогоднішній fallback із деградацією вже у Вас в руках, після наступної теми додасться черга підтверджень для незворотних дій — і тиждень здається одним PR.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 — не «щоб не падало», а щоб падіння було керованим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збій — значення, а не виняток: тільки так будуються ланцюги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 і fallback вирішують різні задачі; порядок — спершу fallback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деградація має сходинки, а остання з них — UX-рішення з чесним статусом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інцидент без сліду в метриках повториться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8 · Safety, guardrails і human-in-the-loop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переживає збій провайдера. У наступній темі — про збої іншого роду: коли шкоду завдає не інфраструктура, а зміст. Injection, витік даних і незворотні дії, які мусить підтвердити людина — та сама «дірка», яку ми лишили відкритою у Темі 6.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7 · Reliability: fallback, деградація і circuit breaker</dc:title>
  <dc:subject>PptxGenJS Presentation</dc:subject>
  <dc:creator>LLMOps Bootcamp</dc:creator>
  <cp:lastModifiedBy>LLMOps Bootcamp</cp:lastModifiedBy>
  <cp:revision>1</cp:revision>
  <dcterms:created xsi:type="dcterms:W3CDTF">2026-09-08T12:33:52Z</dcterms:created>
  <dcterms:modified xsi:type="dcterms:W3CDTF">2026-09-08T12:33:52Z</dcterms:modified>
</cp:coreProperties>
</file>