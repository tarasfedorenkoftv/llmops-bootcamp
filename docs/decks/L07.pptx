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ТЕМА 7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Reliability: fallback,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і circuit breaker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помилки 500, з чесним 503 у лозі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749808" y="526237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52623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243584" y="5367528"/>
            <a:ext cx="101681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мережева помилка,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недоступний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У проді — короткий retry, потім fallback; у нас — одразу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Shape 17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2" name="Shape 19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Shape 20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Shape 30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4" name="Shape 31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5" name="Shape 32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6" name="Shape 33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9" name="Text 36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"azure-gpt-5"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2623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2623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48828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138928"/>
            <a:ext cx="101681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808" y="51709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9" name="Text 36"/>
          <p:cNvSpPr/>
          <p:nvPr/>
        </p:nvSpPr>
        <p:spPr>
          <a:xfrm>
            <a:off x="749808" y="5170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243584" y="49286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243584" y="51846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(Тема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(Тема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 с · probe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і 429 лежать у лозі поруч зі звичайними 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65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51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1965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2651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66928" y="3611880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швидкий режим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675888" y="3667841"/>
            <a:ext cx="502920" cy="198973"/>
          </a:xfrm>
          <a:prstGeom prst="roundRect">
            <a:avLst>
              <a:gd name="adj" fmla="val 22978"/>
            </a:avLst>
          </a:prstGeom>
          <a:solidFill>
            <a:srgbClr val="106B41"/>
          </a:solidFill>
          <a:ln/>
        </p:spPr>
      </p:sp>
      <p:sp>
        <p:nvSpPr>
          <p:cNvPr id="21" name="Text 18"/>
          <p:cNvSpPr/>
          <p:nvPr/>
        </p:nvSpPr>
        <p:spPr>
          <a:xfrm>
            <a:off x="7927848" y="361188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розрахований під нього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66928" y="4014216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3675888" y="4070177"/>
            <a:ext cx="4023360" cy="198973"/>
          </a:xfrm>
          <a:prstGeom prst="roundRect">
            <a:avLst>
              <a:gd name="adj" fmla="val 22978"/>
            </a:avLst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7927848" y="401421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інший порядок часу — таймаут спрацює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566928" y="441655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квота на токени / хв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3675888" y="4472513"/>
            <a:ext cx="4023360" cy="198973"/>
          </a:xfrm>
          <a:prstGeom prst="roundRect">
            <a:avLst>
              <a:gd name="adj" fmla="val 22978"/>
            </a:avLst>
          </a:prstGeom>
          <a:solidFill>
            <a:srgbClr val="B3261E"/>
          </a:solidFill>
          <a:ln/>
        </p:spPr>
      </p:sp>
      <p:sp>
        <p:nvSpPr>
          <p:cNvPr id="27" name="Text 24"/>
          <p:cNvSpPr/>
          <p:nvPr/>
        </p:nvSpPr>
        <p:spPr>
          <a:xfrm>
            <a:off x="7927848" y="44165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вичерпується раніше за квоту на запити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48463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49926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66928" y="5504688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650992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86608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86608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три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55648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15568" y="1691640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помилки 500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359152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359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15568" y="2295144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2962656"/>
            <a:ext cx="384048" cy="384048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15568" y="2898648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661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115568" y="3502152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4169664"/>
            <a:ext cx="384048" cy="384048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15568" y="4105656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56448" y="1691640"/>
            <a:ext cx="3474720" cy="3063240"/>
          </a:xfrm>
          <a:prstGeom prst="roundRect">
            <a:avLst>
              <a:gd name="adj" fmla="val 238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84464" y="181051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4" name="Shape 21"/>
          <p:cNvSpPr/>
          <p:nvPr/>
        </p:nvSpPr>
        <p:spPr>
          <a:xfrm>
            <a:off x="8430768" y="181051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25" name="Shape 22"/>
          <p:cNvSpPr/>
          <p:nvPr/>
        </p:nvSpPr>
        <p:spPr>
          <a:xfrm>
            <a:off x="8577072" y="181051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6" name="Text 23"/>
          <p:cNvSpPr/>
          <p:nvPr/>
        </p:nvSpPr>
        <p:spPr>
          <a:xfrm>
            <a:off x="8759952" y="169164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Чат · localhost:4200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8156448" y="200253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811158" y="2130552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920886" y="2130552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8266176" y="2537231"/>
            <a:ext cx="2710282" cy="662254"/>
          </a:xfrm>
          <a:prstGeom prst="roundRect">
            <a:avLst>
              <a:gd name="adj" fmla="val 13807"/>
            </a:avLst>
          </a:prstGeom>
          <a:solidFill>
            <a:srgbClr val="1E1A2B"/>
          </a:solidFill>
          <a:ln/>
        </p:spPr>
      </p:sp>
      <p:sp>
        <p:nvSpPr>
          <p:cNvPr id="31" name="Text 28"/>
          <p:cNvSpPr/>
          <p:nvPr/>
        </p:nvSpPr>
        <p:spPr>
          <a:xfrm>
            <a:off x="8375904" y="2537231"/>
            <a:ext cx="2490826" cy="662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Вибачте, тимчасові проблеми на нашому боці. Спробуйте, будь ласка, трохи згодом.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8302752" y="3245206"/>
            <a:ext cx="27102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 · 503 у лозі · 12 мс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8811158" y="3501238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920886" y="3501238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скинути пароль?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8266176" y="3907917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1E1A2B"/>
          </a:solidFill>
          <a:ln/>
        </p:spPr>
      </p:sp>
      <p:sp>
        <p:nvSpPr>
          <p:cNvPr id="36" name="Text 33"/>
          <p:cNvSpPr/>
          <p:nvPr/>
        </p:nvSpPr>
        <p:spPr>
          <a:xfrm>
            <a:off x="8375904" y="3907917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Надішліть запит на email підтримки.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8302752" y="4259732"/>
            <a:ext cx="27102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· чат живий ✓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7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65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965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108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3108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4251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4251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539496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5394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перевірте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7223760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6821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2880360"/>
            <a:ext cx="7223760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3580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3566160"/>
            <a:ext cx="6821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помилки 500 — чат живий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023360"/>
            <a:ext cx="7223760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17880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709160"/>
            <a:ext cx="6821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156448" y="17373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· requests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21040" y="215798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status, latency_ms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321040" y="2379497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LIMIT 4;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8321040" y="260101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8321040" y="282252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503 |   12 ms   ← __fail_503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8321040" y="304403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503 |    9 ms   ← __fail_503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8321040" y="326555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200 | 1180 ms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321040" y="348706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200 | 1204 ms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8321040" y="370857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8321040" y="393009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fallback_events: 2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8321040" y="4151605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користувачу: 0 ✓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566928" y="52120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59612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Перевірте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самі собі влаштуєте outage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наступної теми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у проді — короткий retry, потім fallback; у нас — одразу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У наступній темі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у Темі 6.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2026-09-08T17:14:05Z</dcterms:created>
  <dcterms:modified xsi:type="dcterms:W3CDTF">2026-09-08T17:14:05Z</dcterms:modified>
</cp:coreProperties>
</file>