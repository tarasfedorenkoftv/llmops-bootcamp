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8F72E6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8F72E6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8F72E6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Reliability: fallback,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і circuit breaker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5E4F8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0" name="Shape 17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1" name="Shape 18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2" name="Shape 19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5E4F8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26" name="Shape 23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27" name="Shape 24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28" name="Shape 25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5E4F8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2" name="Shape 29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3" name="Shape 30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4" name="Shape 31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5" name="Shape 32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FCF8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180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A3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80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8F72E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8F72E6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C9C4D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A98B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E4F8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0B3D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7060C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06180F"/>
          </a:solidFill>
          <a:ln w="19050">
            <a:solidFill>
              <a:srgbClr val="3FCF8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A98B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1A0808"/>
          </a:solidFill>
          <a:ln w="19050">
            <a:solidFill>
              <a:srgbClr val="FF6B6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A98B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A98BFF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0B1A38"/>
          </a:solidFill>
          <a:ln w="19050">
            <a:solidFill>
              <a:srgbClr val="6BA0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200607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A0808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A98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0B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3FCF8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A0B3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A0B3D"/>
          </a:solidFill>
          <a:ln w="12700">
            <a:solidFill>
              <a:srgbClr val="A98B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A98B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A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1A080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B1A38"/>
          </a:solidFill>
          <a:ln w="12700">
            <a:solidFill>
              <a:srgbClr val="6BA0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000000"/>
          </a:solidFill>
          <a:ln w="19050">
            <a:solidFill>
              <a:srgbClr val="A98B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94AA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2026-08-17T08:18:44Z</dcterms:created>
  <dcterms:modified xsi:type="dcterms:W3CDTF">2026-08-17T08:18:44Z</dcterms:modified>
</cp:coreProperties>
</file>