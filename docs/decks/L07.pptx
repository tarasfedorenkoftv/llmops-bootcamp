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сьомому уроці — першому з тижня «Надійність + безпека». Провайдер ляже; питання не «чи», а «що побачить користувач, коли це станеться». До сьогодні відповідь була чесною катастрофою: «Сервіс тимчасово недоступний» і нуль плану Б — ви бачили це ще в лабі уроку 1. Сьогодні будуємо план Б: виносимо виклик моделі у функцію, де збій — значення, а не виняток; будуємо fallback-ланцюг з лічильником переходів; вчимо систему віддавати ввічливу заглушку замість 500-ки — з чесним статусом у лозі. А потім влаштовуємо власний інцидент, бо наш mock уміє падати на замовлення. Для охочих — circuit breaker з обов'язковим half-open, разом з чесною історією, як я сам собі влаштував outage під час підготовки курсу. Все — руками, все — відтворювано.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конкретними діями. Після сьогоднішнього ви зможете: винести виклик моделі у функцію, яка повертає успіх або невдачу, — збій стане значенням, з яким працює логіка, а не аварією, що летить крізь стек. Побудувати fallback-ланцюг, де кожен перехід лічиться, а в лог їде модель, яка реально відповіла. Віддати користувачу ввічливу заглушку замість 500-ки — і чесний 503 у лог, щоб моніторинг не осліп під час інциденту. Влаштувати керований інцидент через __fail_503 і переконатися, що збій коштує мілісекунди, а не секунди прихованих ретраїв. Пояснити одним реченням різницю між retry, fallback і circuit breaker. А для охочих — зібрати circuit breaker з half-open і на власні очі побачити, чому без half-open він перетворюється на самостріл. Кожен пункт перевіримо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наша фіча залежить від чужої інфраструктури, і падіння — це нормальний режим, а не аномалія. Далі словник рішень: retry проти fallback, правильний порядок і бюджет часу згори вниз. Потім три шматки коду: CallGateway, де збій стає значенням; fallback-ланцюг з лічильником переходів; і ввічлива деградація з чесним статусом у лозі. Окремий блок — про право на повтор, лавину ретраїв і сходинки деградації: між нормою і заглушкою є проміжні варіанти. Блок про num_retries: 0 пояснює, чому помилки мають бути швидкими і чому reliability-логіка живе в одному місці. Опційний блок — circuit breaker з обов'язковим half-open. Далі слід у метриках, місток до демо, лабораторна з інцидентом на замовлення, антипатерни і домашнє завдання. [Ведучому: §02 теорії стискай до ~3 хвилин — backoff по реченню, історію з практики — до формули.]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Retry — повторити ще раз туди само; доречний на минущих збоях і обов'язково з паузою. Fallback — піти в інше місце: на іншу модель або провайдера, за явно оголошеним порядком. Backoff — та сама пауза перед повтором: фіксована, експоненційна або з джитером, тобто випадковим зсувом. Graceful degradation — ввічлива деградація: замість помилки користувач отримує чесну відповідь нижчої якості. Circuit breaker — запобіжник, який після кількох збоїв перестає стукати в мертвий сервіс; він має три стани, і сьогодні ми їх побачимо. Half-open — стан пробного запиту: breaker пускає один запит подивитися, чи ожив провайдер. Без half-open запобіжник перетворюється на самостріл — і це ми теж розберемо.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Ваша LLM-фіча залежить від інфраструктури, якою ви не керуєте, — це четверта властивість з уроку 1, і сьогодні її черга. 429 у пік трафіку, 5xx під час інциденту провайдера, стрибки latency — це не аномалії, це нормальний режим роботи інтернету. Ненормальним є те, як більшість систем на це реагує: гола 500-ка користувачу і тиша в логах. Окрема підступна категорія — тихі смерті: найгірші збої не дають 5xx. Я розбирав інцидент, де голосовий агент просто замовкав на другій хвилині розмови — жодної помилки, жодного алерту: з'єднання тихо вмирало десь по дорозі, бо ніхто не слав keepalive частіше, ніж мережа встигала «прибрати» неактивний конект. Схема «запит-відповідь» такі речі не ловить у принципі — для довгих і стрімінгових сесій потрібен heartbeat, а не надія. У нашому контурі сесії короткі, тож сьогодні ця категорія лишається згадкою, але тримайте її в голові, щойно з'явиться streaming. І головне переформулювання уроку: reliability — це не «щоб не падало». Падатиме. Reliability — це щоб падіння було керованим: з планом Б, з ввічливою відмовою в найгіршому разі і зі слідами в метриках. До сьогодні збій провайдера означав чесну катастрофу — ви бачили це в лабі уроку 1. Сьогодні між збоєм і користувачем з'являються два шари: спроба піти в інше місце і спроєктована відмова, якщо не вийшло.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слова, які часто змішують, — а це різні механізми з різною механікою відмови. Retry — ще раз туди само; доречний на минущих збоях: мережевий глюк, 429. Обов'язкові атрибути — backoff і бюджет спроб; головний ризик — DDoS власного провайдера. Fallback — в інше місце, до іншої моделі чи провайдера; доречний, коли провайдер лежить або деградує; вимагає явного порядку ланцюга; ризик — непомітна різниця якості моделей. Правильний порядок теж має значення: спершу короткий retry — раптом глюк; потім fallback — схоже, надовго; і на все разом бюджет часу, бо користувач чекає відповіді, а не вашої боротьби за неї. Бюджет згори вниз, як із таймаутами інструментів минулого уроку: спершу «скільки чекає користувач», потім — скільки з цього можна витратити на спроби. І чесне уточнення про наш контур: retry в коді курсу свідомо не будуємо — на mock він нічого не додає, бо «ще раз туди само» і «в інше місце» ведуть в один процес. Тому будуємо fallback, а retry тримаємо в голові поруч: у проді порядок саме такий. З практики, як виглядає доросла форма цього рішення — з реального фіксу на голосовій платформі, яку я супроводжую: звіт про результат дзвінка йшов у зовнішню систему, і мережа інколи його губила. Фінальна політика — три частини, кожна обов'язкова: обмежений retry з backoff, а після вичерпання спроб — durable термінальний стан: чесний запис «помилка, спроби вичерпано», який видно і людині, і метрикам. Найгірша альтернатива — не відсутність ретраїв, а нескінченні: операція, що вічно «ще пробує», не з'являється в жодному звіті як проблема. І дотична знахідка: кожна термінальна гілка — успіх, помилка, таймаут, скасування — має звільняти захоплені ресурси.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сам backoff — паузу між спробами — варто знати три класичні форми. Фіксований: «чекай секунду» — найпростіший, але на масовому збої всі клієнти ретраять синхронно, хвилями. Експоненційний: секунда, дві, чотири — дає системі, що задихається, дедалі більше повітря. І jitter — випадковий зсув до паузи, який розсинхронізовує натовп: без нього тисяча клієнтів, що впали одночасно, повернеться теж одночасно, і друга хвиля доб'є те, що вижило після першої. Для нашого стека з одним користувачем це теорія; для будь-якого проду — перше, про що питають на розборі ретрай-шторму. І типова помилка, яка з цього випливає: retry без backoff і без бюджету. Провайдер повернув 429 «пригальмуйте» — а ви у відповідь потроїли трафік ретраями. Тепер ліміти вичерпуються ще швидше, і ваш власний код став другою половиною інциденту. Кожен retry має чекати перед спробою і мати стелю кількості. [Ведучому: §02 стискай до ~3 хвилин — по реченню на кожну форму backoff.]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Перший крок сьогоднішньої роботи непомітний, але він робить можливим усе інше: виклик моделі виноситься у функцію, яка повертає успіх або невдачу, а не кидає виняток. CallGateway робить один POST на /v1/chat/completions через gateway і віддає кортеж: ok, відповідь, інструмент, токени, статус. Якщо статус чотириста і вище — ok дорівнює false; якщо мережа впала або gateway лежить — теж false, зі статусом нуль. Чому це важливо: збій перестає бути аварією, що летить крізь стек, і стає звичайним значенням, з яким працює логіка. «Не вийшло» — це legitimate результат виклику, один із двох очікуваних. Саме навколо такої функції можна будувати ланцюги, лічити переходи і ухвалювати рішення — з винятком у польоті нічого цього зробити не можна. І зверніть увагу на status: 0 у гілці catch: «відповіді не було взагалі» відрізняється від «відповідь була, але 5xx» — і в лозі ці випадки теж мають розрізнятися.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сам ланцюг — цикл по черзі кандидатів. Політика з уроку 3 — «у разі збою вниз, до дешевшої моделі» — набуває робочої форми: перший елемент — модель, обрана роутером, другий — резерв. На mock резервного провайдера немає, тож роль резерву в коді чесно грає той самий mock; з реальним ключем на друге місце стає інша модель чи провайдер — і ваш записаний на уроці 3 порядок вставляється сюди без змін. Три операційні рішення. Перше: кожен перехід далі за ланцюгом — інкремент лічильника Fallbacks. Fallback, що спрацював непомітно, — це замаскована проблема: користувачі вже обслуговуються резервом, а ви про це не знаєте. Друге: model = chain[i] — у лог їде та модель, яка реально відповіла, а не та, яку обрав роутер. Інакше вся аналітика вартості й якості тижня 2 почне брехати рівно в найцікавіші моменти. Уточнення для читача лога: коли впали всі елементи ланцюга, у рядку лишається модель, обрана роутером, зі статусом 503 — «хто реально відповів» на повному падінні просто не існує. Третє: на mock другий елемент ланцюга — той самий mock, і це чесне навчальне обмеження: механіка переходу справжня, а «резервного дата-центру» в компоузі немає. [Ведучому: успішний fallback «основна впала — резерв відповів» на mock показати неможливо — маркер їде в тексті користувача, тож падають обидва елементи; показуй перехід у діфі коду і проговорюй як межу стенда.]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вже маємо ланцюг спроб. Тепер питання, яке відрізняє робочу надійність від надійності «на папері»: що саме ви маєте право повторювати. Виклик моделі повторювати безпечно: він нічого не змінює у світі, максимум — витрачає токени. Читання через інструмент, як-от lookup_order, — read-only за визначенням, теж безпечно. Але щойно в ланцюг заходить дія, що змінює стан, — «повторити» перестає бути безневинним: повтор створення заявки — це дві заявки, повтор списання — це два списання. Причому найпідліший випадок — не помилка, а таймаут: ви не знаєте, чи операція виконалася. Відповіді немає, а тікет, можливо, вже створений. Тому дію, що змінює стан, повторюють тільки з ключем ідемпотентності; без ключа повтор — це дубль, а не наполегливість. А дію без ідемпотентності краще чесно віддати помилкою людині, ніж вгадувати. Принцип: право на ретрай визначає не тип помилки, а властивість операції. Питання «чи ретраїмо 503?» неповне; повне звучить так: «чи ця операція ідемпотентна?». Якщо так — ретрай безпечний навіть після таймаута. Якщо ні — ретрай перетворює одну проблему (немає відповіді) на дві: немає відповіді плюс невідома кількість побічних ефектів.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Друге питання — про ввічливість. Провайдер віддав 429 або 5xx, бо йому важко. Ваша система, як і сотні інших клієнтів, негайно повторює запит. Усі повторюють одночасно, бо всі отримали помилку одночасно — і провайдер, який майже підвівся, отримує другу хвилю, більшу за першу. Це retry storm: механізм, придуманий для стійкості, добиває систему, від якої ви залежите. Три речі цьому запобігають, і всі три мають бути разом. Експоненційна пауза між спробами замість «одразу ще раз»: кожна наступна спроба чекає довше. Випадковий розкид, джитер, у паузі: без нього всі ваші екземпляри сервісу повторюють у ті самі мілісекунди й самі створюють пік. І обмежена кількість спроб плюс circuit breaker: після кількох поспіль ви перестаєте стукати. Це не лише береже вас від очікування — це дає провайдеру шанс піднятися. Половина сенсу breaker'а спрямована не на вас, а назовні. Типова помилка: ретрай без паузи, «бо швидко треба». Я бачив конфігурацію, де на 429 стояло три негайні спроби: система в момент піку генерувала втричі більше трафіку саме тоді, коли її просили пригальмувати. Формально retry-політика була; фактично вона працювала як підсилювач інциденту. Якщо провайдер прислав 429 — він уже сказав, що робити: почекати. Читайте заголовки з підказкою про час очікування, коли вони є, і не вважайте себе розумнішими за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 третє, що майже завжди пропускають: між «нормальна відповідь» і «ввічлива заглушка» є не прірва, а кілька сходинок. Заглушка — остання з них, а не єдина. Сходинка перша — норма: відповідь основної моделі з інструментами, користувач не втрачає нічого. Друга — резервна модель з уроку 3: втрачається хіба трохи інша манера. Третя — без інструментів: модель відповідає, але без звернень до зовнішніх систем — втрачаються актуальні дані: «статус замовлення уточніть у…». Четверта — з кешу, з уроку 5: раніше згенерована відповідь на схоже питання; втрачається свіжість і персоналізація. І п'ята — заглушка: ввічливе «спробуйте згодом» плюс шлях до людини. Сходинки 3 і 4 варті окремої уваги, бо вони найдешевші й найчастіше забуті. Якщо ліг інструмент, а не модель, — не треба віддавати заглушку на весь запит: модель цілком може відповісти на загальне питання, чесно сказавши, що конкретних даних зараз не бачить. А якщо ліг провайдер моделі, але у вас є кеш — застаріла відповідь на типове питання майже завжди краща за «нічого». Принцип: деградація — це продуктове рішення, а не технічний виняток. Для кожної сходинки має бути домовленість: що саме віддаємо, як повідомляємо користувачу про обмеження і як це видно в метриках. У нашому контурі будуємо сходинки 2 і 5 — це core тижня; 3 і 4 проговорюємо як наступний крок. І в лозі має бути видно, якою сходинкою обслужено запит — інакше «система працює» перестає щось означати.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Що, як увесь ланцюг вичерпано? Лишаються два варіанти, і обидва погані: збрехати — віддати щось із кешу під виглядом свіжої відповіді, або впасти — 500. Правильний третій: ввічлива заглушка. Це не «здалися», це спроєктована відмова: користувач отримує чесне людське повідомлення замість технічної помилки, чат живий, а в лозі при цьому — справжній статус збою. Придивіться до другого рядка коду: статус у лог їде чесний — 503, а не 200 з ввічливим текстом. Це легко зіпсувати ненавмисно: заглушка «виглядає як відповідь», і спокусливо повернути її з кодом успіху, щоб «не лякати клієнтський код». Наслідок — моніторинг тижня 5 бачитиме здорову систему рівно тоді, коли всі користувачі бачать вибачення. Розділяйте канали: текст — для людини, статус — для машин, і жоден не бреше своїй аудиторії. Умова покриває і status == 0 — випадок «відповіді не було взагалі», коли gateway недоступний і CallGateway повернула нуль: це теж деградація, і в лог має їхати чесний 503, а не 0. І пам'ятайте: деградація — це драбина, у різних сходинок різні правила. Для довідкових питань можна деградувати м'якше: дешевша модель, відповідь із кешу з позначкою свіжості. Для дій — тільки чесна відмова: «створити тікет зараз не можу» краще за тікет, створений наосліп під час інциденту. Головне, щоб кожна сходинка була рішенням, ухваленим у спокійний четвер, а не імпровізацією о третій ночі.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Дрібниця, яка кусається. Перша версія нашого стека мала дивну властивість: симульований збій «коштував» вісім секунд. Користувач чекав, чекав — і лише потім отримував заглушку. Розслідування привело в несподіване місце: gateway за замовчуванням тихо ретраїв збої всередині себе. Наш сервіс чекав не на модель — на чужі приховані спроби. Тому в конфізі адаптера з уроку 3 стоїть num_retries: 0 — і тепер ви знаєте, навіщо. Reliability-логіка має жити в одному місці — у вашому сервісі, де вона видима, залогована і керована. Коли ретраять кілька шарів одночасно, бюджети часу перемножуються: два ретраї в адаптері, два в сервісі, помножити на таймаут — і ваша «швидка відмова» триває пів хвилини. Перевірте це сьогодні в лабі: збій має коштувати мілісекунди. Швидка помилка — це теж різновид надійності: що швидше система зрозуміла «не вийшло», то швидше спрацював план Б. [Ведучому: це і є передумова демо — перед показом переконайся, що в конфізі gateway стоїть num_retries: 0, інакше «швидкий збій» на екрані триватиме ті самі 8 секунд.]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Опційний блок для охочих. Fallback-ланцюг має слабке місце: якщо основна модель лежить довго, кожен запит все одно спершу йде до неї — і платить повним таймаутом за право дізнатися те, що ви вже знаєте. Circuit breaker прибирає цей податок: після трьох збоїв поспіль модель «відкривається», і запити одразу йдуть у fallback, без очікування. Зверніть увагу: це захист вашої latency, а не покарання провайдера. Придивіться до першого рядка коду: breakers — це словник, і breaker у ньому — окремий на кожну модель, а не один глобальний. Це важливе рішення: якщо лежить mock-strong, а mock-mini здорова, глобальний breaker покарав би обох — і система відбивала б живу модель за гріхи мертвої. Стан відмови завжди має ту саму гранулярність, що й одиниця відмови: падають моделі поодинці — і breaker'и мають бути поодинці. Про half-open — третій стан у цьому коді — окремо на наступному слайді: без нього breaker перетворюється на самостріл.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Чесна історія з підготовки цього курсу. Мій перший breaker був простий: «3 збої → open на 30 секунд». На демо після симульованого інциденту бот продовжив відбивати вже здорового провайдера ще пів хвилини — інцидент закінчився, а система вперто жила за планом Б, і eval-прогін почервонів. Circuit breaker без half-open — це самостріл: ви власноруч влаштовуєте собі outage, довший за реальний. Правильна машина станів має три положення. Closed — усе штатно, лічимо збої. Open — запити оминають модель, одразу fallback. І half-open — раз на кілька секунд пропускаємо один пробний запит: успіх — закриваємо circuit, збій — лишаємось open. Пробний запит — це і є механізм «помічання одужання»; без нього open перетворюється на вирок із фіксованим терміном, який не зважає на реальність. [Ведучому: на демо ціну відкритого circuit проговорюй вголос — здорове питання отримує заглушку миттєво, бо система вже здорова, а breaker ще ні; probe — це звичайне повідомлення, не маркер.]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Останній шматок — переконатися, що вся сьогоднішня драма лишає докази. Лічильник fallback_events росте з кожним переходом за ланцюгом; статуси збоїв — 503, 429, 0 — лежать у лозі поруч зі звичайними 200; заглушка деградації пише чесний статус. На тижні 5 усе це стане плитками консолі — сьогодні достатньо, що цифри існують і ростуть правильно. Чому це не бюрократія: інцидент, що не лишив сліду, — це інцидент, який неможливо розслідувати, а отже, він повториться. «Скільки запитів пішло через fallback минулої п'ятниці?» — питання, з якого починається і постмортем, і розмова з провайдером про SLA, і рішення про другого провайдера. Відповідь має бути в даних. І чесно про наш контур: стан breaker'а, як і кеш з уроку 5, живе в пам'яті процесу — у кожного інстансу свій. На відміну від черги підтверджень незворотних дій, яку ви збудуєте наступного уроку, тут це не дефект, а нормальна практика: кожен процес сам спостерігає власні збої і сам вирішує, коли перестати стукати — один «отруєний» інстанс не відкриває breaker усім. Знати про це варто з іншої причини: при десятьох інстансах провайдер отримає до десяти пробних запитів у half-open замість одного. Тоді стан переносять у спільне сховище — і платять за це залежністю від нього в найгірший момент. Компроміс свідомий: рішення не «правильне/неправильне», а «яку ціну ви обрали». [Ведучому: лічильник на w4 не віддається нічим — перехід показуй у діфі коду; плитки оживуть на тижні 5.]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Дві сучасні поправки до бюджету часу, яких не було в епоху «одна модель — одна відповідь». Перша: моделі з режимом мислення відповідають значно довше за швидкі — той самий запит може займати секунди замість сотень мілісекунд, і ваш таймаут, налаштований на швидкий режим, почне «падати» на легітимно повільних відповідях. Друга: провайдерські ліміти сьогодні багатовимірні — не лише запити на хвилину, а й токени на хвилину, окремі квоти на «думаючі» моделі й на кешовані токени. 429 приходить не тому, що «багато запитів», а тому, що ви вибрали токен-квоту. Практичний висновок: таймаут і поріг ретраїв мають бути різні для різних маршрутів, а причину 429 треба логувати з тілом відповіді — інакше ви лікуєте не той ліміт. І лайфхак наостанок: надійність, яку тестують лише реальними інцидентами, — це надія, а не інженерія. Mock дає вам збої на замовлення: __fail_503, __fail_429, __delay. Прогін «інцидентного сценарію» після кожної зміни reliability-коду коштує хвилину — зробіть його звичкою, а на тижні 6 він стане частиною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Пишу в чат __fail_503 — і замість 500-ки приходить ввічлива заглушка. Той самий маркер удруге — збій уже коштує мілісекунди. Потім показую перехід fallback у діфі коду: лічильник інкрементиться на кожному переході, а плитки для нього оживуть на тижні 5. Далі опційна частина: три __fail_503 поспіль відкривають circuit — і тепер навіть здорове питання миттєво отримує заглушку. Система вже здорова, а breaker ще ні — це ціна відкритого circuit, проговорюю її вголос. Пауза секунд п'ять — звичайне питання спрацьовує як probe, і circuit закривається. Навіщо це все: побачити спроєктовану відмову наживо — збій не 500 і не 8 секунд, а швидка ввічлива заглушка зі слідом у лозі. [Ведучому: заміряй латентність збою на екрані. Перший збій після підняття — холодний шлях, ~сотні мс, не «мілісекунди»: прогрів іде успішним шляхом, шлях збою лишається холодним — прожени __fail_503 двічі, другий буде ~50–60 мс. Передумова — num_retries: 0 у конфізі gateway, інакше «швидкий збій» триватиме 8 секунд. Probe — звичайне повідомлення, не маркер. Лічильник на w4 не віддається нічим — показуй діф коду. Успішний fallback «основна впала — резерв відповів» на mock показати неможливо: маркер їде в тексті — падають обидва елементи ланцюга; проговори як межу стенда. Retry у курсі свідомо не реалізований.]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Лабораторна — інцидент на замовлення: три обов'язкові кроки і один опційний. Крок перший: побудувати ланцюг — винести виклик моделі в CallGateway, щоб ok і fail були значеннями, додати цикл по ланцюгу і лічильник fallback-переходів. Крок другий: влаштувати інцидент — __fail_503 у чат. Обидві спроби ланцюга падають: маркер їде в тексті користувача, а обидва елементи — той самий mock, це межа стенда. Користувач отримує ввічливу заглушку за мілісекунди, а не 500 після 8 секунд; перехід порахований — лічильник видно в діфі коду, плитка оживе на тижні 5. Успішний сценарій «основна впала — резерв відповів» на mock не відтворюється — тож переконайтеся по коду, що при ok від другого елемента в лог їде саме модель, яка реально відповіла. Крок третій: перевірити слід — статуси збоїв у лозі, лічильник росте. Проговоріть: які три питання ви поставите цим даним на постмортемі. І опційний четвертий: circuit breaker — 3 збої → open, запити оминають модель без очікування; почекати кілька секунд → пробний запит → circuit закрився. Обов'язково відтворіть самостріл: закоментуйте half-open і подивіться, як «одужалий» провайдер лишається заблокованим. [Ведучому: перед показом — num_retries: 0 у конфізі gateway; латентність збою заміряй на екрані; probe — звичайне повідомлення, не маркер.]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демо довело. Перше: збій — більше не 500-ка. На __fail_503 користувач отримав ввічливу заглушку, чат лишився живим, а відмова стала спроєктованою, а не випадковою. Друге: збій швидкий — мілісекунди, а не вісім секунд прихованих ретраїв. Reliability-логіка живе в одному місці, у сервісі, а в конфізі gateway стоїть num_retries: 0. Третє: інцидент лишив слід — чесний 503 у лозі, а не 200 з ввічливим текстом, і лічильник переходів, який видно в коді. Разом це і є керованість падіння: план Б, спроєктована відмова, докази в даних. І чесна межа стенда: успішний fallback — «основна впала, резерв відповів» — на mock не показати, бо маркер їде в тексті і валить обидва елементи ланцюга. Механіка переходу при цьому справжня і видима в коді — з реальним ключем вона запрацює без змін.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без оцінок. Обов'язкова доріжка: __fail_503 не дає 500 — дає ввічливу заглушку. Fallback-перехід відбувається і лічиться — лічильник у діфі коду, а по коду перевірено, що при ok від резерву в лог їде модель, яка реально відповіла. Збій коштує мілісекунди, а не секунди прихованих ретраїв. І можете пояснити retry, fallback і circuit breaker одним реченням кожен. Якщо десь завагалися — повертайтеся у відповідний блок уроку. І пригадайте з минулих тижнів, без підглядання: чому промпт — частина ключа кешу і який баг це прибирає — це урок 5; що дає атрибуція вартості, чого не дає загальна сума — урок 4; чому активну версію промпта ніколи не редагують на місці — урок 2.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зіпсувати собі тиждень надійності — усі перевірені. Retry без backoff і бюджету — це DDoS власного провайдера в найгірший момент: 429 означає «пригальмуйте», а не «стукайте частіше». Circuit breaker без half-open — самостріл: outage довший за реальний, перевірено на собі — система відбиває вже здорового провайдера до кінця таймера. Приховані ретраї в кількох шарах одночасно: бюджети часу перемножуються, і «швидка відмова» триває пів хвилини — reliability-логіка має жити в одному місці, у вашому сервісі. 500 користувачу як «стратегія» деградації: відмова — це теж інтерфейс, її проєктують, а не залишають на волю стек-трейса. І тестувати reliability лише на реальних інцидентах: керований збій у mock коштує хвилину і відтворюється в CI. Надійність, яку не можна відтворити на замовлення, — це надія, а не інженерія.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Домашнє завдання. Обов'язково, до наступного уроку, без здачі: закріпити лабу — __fail_503, fallback, у найгіршому разі ввічлива заглушка; переконатися, що збій швидкий — мілісекунди — і залишає чесний статус у лозі; і проговорити свою драбину деградації: що можна віддати з кешу, де чесно відмовити. Опційно — circuit breaker: 3 збої → open на 30 секунд, обов'язково з half-open — пробний запит раз на приблизно 5 секунд, — інакше сам собі влаштуєш outage. І про ДЗ тижня: воно здається після наступного уроку. ДЗ тижня 4 об'єднує надійність і безпеку: сьогоднішній fallback із деградацією — вже у вас в руках, після наступного уроку додасться черга підтверджень для незворотних дій — і тиждень здається одним PR. Критерії —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Reliability — не про те, «щоб не падало». Падатиме: чужа інфраструктура дає стрибки latency, 429 у пік і 5xx, і це нормальний режим роботи інтернету, а не аномалія. Питання лише в тому, чи падіння кероване. Перший крок до керованості — зробити збій значенням, а не винятком: CallGateway повертає ok замість того, щоб кидати, і саме тому з викликів стало можливо будувати ланцюги. Retry і fallback вирішують різні задачі: ще раз туди само — на минущих збоях, обов'язково з паузою і бюджетом; в інше місце — коли провайдер лежить. Порядок у нас однозначний: спершу fallback, і бюджет часу — на все разом. Деградація має сходинки, і ввічлива заглушка — остання з них, а не єдина; вона ж єдине місце сьогоднішнього уроку, де рішення ухвалює не інженер, а продукт: що чесніше сказати користувачу. Але статус усередину завжди чесний — заглушка з кодом 200 робить моніторинг сліпим рівно тоді, коли він потрібен. І останнє: інцидент без сліду в метриках повториться, тому лічильник переходів і чесні статуси збоїв — частина механізму, а не звітності. Наступний урок — safety, guardrails і human-in-the-loop. Система переживає збій провайдера; далі — збої іншого роду, коли шкоду завдає не інфраструктура, а зміст. Injection, витік даних і незворотні дії, які мусить підтвердити людина — та сама «дірка», яку ми свідомо лишили відкритою на уроці 6.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27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3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8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3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4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8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14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6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9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BE9E9"/>
          </a:solidFill>
          <a:ln w="19050">
            <a:solidFill>
              <a:srgbClr val="C62A2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6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0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5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20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2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8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8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2026-08-15T07:48:34Z</dcterms:created>
  <dcterms:modified xsi:type="dcterms:W3CDTF">2026-08-15T07:48:34Z</dcterms:modified>
</cp:coreProperties>
</file>