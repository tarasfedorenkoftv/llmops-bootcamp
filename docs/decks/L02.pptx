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8F72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2" name="Text 9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B1A38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1A0808"/>
          </a:solidFill>
          <a:ln/>
        </p:spPr>
      </p:sp>
      <p:sp>
        <p:nvSpPr>
          <p:cNvPr id="26" name="Text 23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4" name="Shape 21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6" name="Shape 23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A0B3D"/>
          </a:solidFill>
          <a:ln/>
        </p:spPr>
      </p:sp>
      <p:sp>
        <p:nvSpPr>
          <p:cNvPr id="27" name="Text 24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0" name="Shape 27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6180F"/>
          </a:solidFill>
          <a:ln/>
        </p:spPr>
      </p:sp>
      <p:sp>
        <p:nvSpPr>
          <p:cNvPr id="31" name="Text 28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B1A38"/>
          </a:solidFill>
          <a:ln/>
        </p:spPr>
      </p:sp>
      <p:sp>
        <p:nvSpPr>
          <p:cNvPr id="33" name="Text 30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1A0B3D"/>
          </a:solidFill>
          <a:ln/>
        </p:spPr>
      </p:sp>
      <p:sp>
        <p:nvSpPr>
          <p:cNvPr id="37" name="Text 34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7" name="Shape 24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5E4F8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7" name="Text 14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20" name="Text 17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3" name="Text 20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6" name="Text 23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2026-08-17T08:18:43Z</dcterms:created>
  <dcterms:modified xsi:type="dcterms:W3CDTF">2026-08-17T08:18:43Z</dcterms:modified>
</cp:coreProperties>
</file>