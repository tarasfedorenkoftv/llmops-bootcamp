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lifecycle: промпт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production-артефакт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9B7B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2" name="Text 9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2" name="Shape 8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102A20"/>
          </a:solidFill>
          <a:ln/>
        </p:spPr>
      </p:sp>
      <p:sp>
        <p:nvSpPr>
          <p:cNvPr id="13" name="Text 9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6" name="Shape 12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102A20"/>
          </a:solidFill>
          <a:ln/>
        </p:spPr>
      </p:sp>
      <p:sp>
        <p:nvSpPr>
          <p:cNvPr id="17" name="Text 13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17485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400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400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02A2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7607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2A2010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2A2010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2E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2A201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3218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577840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6" name="Shape 13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4" name="Shape 21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02A20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6" name="Shape 23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1C1140"/>
          </a:solidFill>
          <a:ln/>
        </p:spPr>
      </p:sp>
      <p:sp>
        <p:nvSpPr>
          <p:cNvPr id="27" name="Text 24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102A20"/>
          </a:solidFill>
          <a:ln/>
        </p:spPr>
      </p:sp>
      <p:sp>
        <p:nvSpPr>
          <p:cNvPr id="31" name="Text 28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2A2010"/>
          </a:solidFill>
          <a:ln/>
        </p:spPr>
      </p:sp>
      <p:sp>
        <p:nvSpPr>
          <p:cNvPr id="33" name="Text 30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1C1140"/>
          </a:solidFill>
          <a:ln/>
        </p:spPr>
      </p:sp>
      <p:sp>
        <p:nvSpPr>
          <p:cNvPr id="37" name="Text 34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2E2A3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7" name="Text 14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6" name="Text 23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2026-08-16T15:58:29Z</dcterms:created>
  <dcterms:modified xsi:type="dcterms:W3CDTF">2026-08-16T15:58:29Z</dcterms:modified>
</cp:coreProperties>
</file>