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коміта: git чистий, система зламана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живе код — і як живе типовий промпт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Хто і коли міняв?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blame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ніхто не знає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 у PR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 релізу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 відкотити?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revert + деплой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промпта: що саме ви версіонуєте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6916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69164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48226" y="169164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5968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25968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48226" y="25968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50215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350215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48226" y="350215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4407408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48226" y="4407408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Правила, які працюють, і ціна прикладів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5961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Шов підстановки: тут народжується injection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Підстановка — в одному місці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у базі: розтин таблиці prompts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читає реєстр — і пише версію в лог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6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0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4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одна операція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якщо порівняти дві версії на живому трафіку?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023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6966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mock відчуває промпт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Дисципліна версій: що вважати новою версією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Версія моделі й рецепт контексту — та сама логіка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хто, коли, що активував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2026-08-10T19:13:45Z</dcterms:created>
  <dcterms:modified xsi:type="dcterms:W3CDTF">2026-08-10T19:13:45Z</dcterms:modified>
</cp:coreProperties>
</file>