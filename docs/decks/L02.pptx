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2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Prompt lifecycle: промпт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production-артефакт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 — щоб вони не відволікали по ходу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модель прочитала як інструкцію (урок 8)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Регресія без коміта: git чистий, система зламана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9B7B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9" name="Text 6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2" name="Text 9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живе код — і як живе типовий промпт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Хто і коли міняв?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git blame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ніхто не знає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diff у PR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тег релізу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відкотити?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revert + деплой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2" name="Shape 8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102A20"/>
          </a:solidFill>
          <a:ln/>
        </p:spPr>
      </p:sp>
      <p:sp>
        <p:nvSpPr>
          <p:cNvPr id="13" name="Text 9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6" name="Shape 12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102A20"/>
          </a:solidFill>
          <a:ln/>
        </p:spPr>
      </p:sp>
      <p:sp>
        <p:nvSpPr>
          <p:cNvPr id="17" name="Text 13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Анатомія промпта: що саме ви версіонуєте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200607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739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739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739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4261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6384" y="264261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4261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5112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5112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5112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7997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37997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437997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376672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02A20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7607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Правила, які працюють, і ціна прикладів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2A2010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їдуть у кожному запиті — множаться на весь трафік (урок 4)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2A2010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приклади ≈ 400 токенів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395020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40740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40740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10 000 запитів на тиждень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79068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8247888" y="4590288"/>
            <a:ext cx="3383280" cy="402336"/>
          </a:xfrm>
          <a:prstGeom prst="roundRect">
            <a:avLst>
              <a:gd name="adj" fmla="val 15909"/>
            </a:avLst>
          </a:prstGeom>
          <a:solidFill>
            <a:srgbClr val="2E1418"/>
          </a:solidFill>
          <a:ln/>
        </p:spPr>
      </p:sp>
      <p:sp>
        <p:nvSpPr>
          <p:cNvPr id="26" name="Text 23"/>
          <p:cNvSpPr/>
          <p:nvPr/>
        </p:nvSpPr>
        <p:spPr>
          <a:xfrm>
            <a:off x="8247888" y="4590288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млн токенів щотижня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66928" y="5193792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2A201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3218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577840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Шов підстановки: тут народжується injection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8188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Підстановка — в одному місці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2E1418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427024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Реєстр у базі: розтин таблиці prompts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читає реєстр — і пише версію в лог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2E1418"/>
          </a:solidFill>
          <a:ln/>
        </p:spPr>
      </p:sp>
      <p:sp>
        <p:nvSpPr>
          <p:cNvPr id="10" name="Text 7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13" name="Text 10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6" name="Shape 13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4" name="Shape 21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02A20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prompt_version, яке з уроку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Promote і rollback — одна операція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Подія з міткою часу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розслідування «що змінилося о 19:42» має за що зачепитися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 якщо порівняти дві версії на живому трафіку?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1C114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1C114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1C114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7033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3703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трафік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2395728" y="3931920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2596896" y="38633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6" name="Shape 23"/>
          <p:cNvSpPr/>
          <p:nvPr/>
        </p:nvSpPr>
        <p:spPr>
          <a:xfrm>
            <a:off x="2743200" y="370332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1C1140"/>
          </a:solidFill>
          <a:ln/>
        </p:spPr>
      </p:sp>
      <p:sp>
        <p:nvSpPr>
          <p:cNvPr id="27" name="Text 24"/>
          <p:cNvSpPr/>
          <p:nvPr/>
        </p:nvSpPr>
        <p:spPr>
          <a:xfrm>
            <a:off x="274320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хеш(user_id)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937760" y="3931920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5138928" y="38633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0" name="Shape 27"/>
          <p:cNvSpPr/>
          <p:nvPr/>
        </p:nvSpPr>
        <p:spPr>
          <a:xfrm>
            <a:off x="5349240" y="3502152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102A20"/>
          </a:solidFill>
          <a:ln/>
        </p:spPr>
      </p:sp>
      <p:sp>
        <p:nvSpPr>
          <p:cNvPr id="31" name="Text 28"/>
          <p:cNvSpPr/>
          <p:nvPr/>
        </p:nvSpPr>
        <p:spPr>
          <a:xfrm>
            <a:off x="53492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50%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349240" y="3977640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2A2010"/>
          </a:solidFill>
          <a:ln/>
        </p:spPr>
      </p:sp>
      <p:sp>
        <p:nvSpPr>
          <p:cNvPr id="33" name="Text 30"/>
          <p:cNvSpPr/>
          <p:nvPr/>
        </p:nvSpPr>
        <p:spPr>
          <a:xfrm>
            <a:off x="5349240" y="39776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50%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7543800" y="3931920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7744968" y="38633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6" name="Shape 33"/>
          <p:cNvSpPr/>
          <p:nvPr/>
        </p:nvSpPr>
        <p:spPr>
          <a:xfrm>
            <a:off x="7955280" y="3703320"/>
            <a:ext cx="3657600" cy="457200"/>
          </a:xfrm>
          <a:prstGeom prst="roundRect">
            <a:avLst>
              <a:gd name="adj" fmla="val 16000"/>
            </a:avLst>
          </a:prstGeom>
          <a:solidFill>
            <a:srgbClr val="1C1140"/>
          </a:solidFill>
          <a:ln/>
        </p:spPr>
      </p:sp>
      <p:sp>
        <p:nvSpPr>
          <p:cNvPr id="37" name="Text 34"/>
          <p:cNvSpPr/>
          <p:nvPr/>
        </p:nvSpPr>
        <p:spPr>
          <a:xfrm>
            <a:off x="7955280" y="3703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метрики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566928" y="45720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86384" y="47183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Активні дві версії; «кому яку» вирішує той самий шар, що обирає модель (урок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mock відчуває промпт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2E1418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2E1418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28" name="Text 25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Дисципліна версій: що вважати новою версією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102A2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102A2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102A2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E1418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Версія моделі й рецепт контексту — та сама логіка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Audit trail: хто, коли, що активував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207008" y="3803904"/>
            <a:ext cx="9784080" cy="0"/>
          </a:xfrm>
          <a:prstGeom prst="line">
            <a:avLst/>
          </a:prstGeom>
          <a:noFill/>
          <a:ln w="19050">
            <a:solidFill>
              <a:srgbClr val="2E2A3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534363" y="3739896"/>
            <a:ext cx="128016" cy="128016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7" name="Text 14"/>
          <p:cNvSpPr/>
          <p:nvPr/>
        </p:nvSpPr>
        <p:spPr>
          <a:xfrm>
            <a:off x="501091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10:02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01091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078224" y="3739896"/>
            <a:ext cx="128016" cy="128016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0" name="Text 17"/>
          <p:cNvSpPr/>
          <p:nvPr/>
        </p:nvSpPr>
        <p:spPr>
          <a:xfrm>
            <a:off x="3044952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12:40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3044952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7209130" y="3739896"/>
            <a:ext cx="128016" cy="128016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3" name="Text 20"/>
          <p:cNvSpPr/>
          <p:nvPr/>
        </p:nvSpPr>
        <p:spPr>
          <a:xfrm>
            <a:off x="6175858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 · 12:58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175858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10340035" y="3739896"/>
            <a:ext cx="128016" cy="128016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6" name="Text 23"/>
          <p:cNvSpPr/>
          <p:nvPr/>
        </p:nvSpPr>
        <p:spPr>
          <a:xfrm>
            <a:off x="9306763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15:10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9306763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207008" y="35295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66928" y="44805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6268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E1418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32" name="Shape 29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2E1418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живе в БД — хардкоду в сервісі немає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свіжих рядках лога заповнений prompt_version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ламає, v2 — лагодить, і це відтворюється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показує список версій з активною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здати ДЗ тижня 1 одним PR у своєму репозиторії — це рівно те, що ми пройшли за два уроки: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під контролем — тепер під контроль береться модель. Наступного уроку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2026-08-16T21:08:20Z</dcterms:created>
  <dcterms:modified xsi:type="dcterms:W3CDTF">2026-08-16T21:08:20Z</dcterms:modified>
</cp:coreProperties>
</file>