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і регресія промпта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 версіонування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помилки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Девʼять слів теми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081528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19125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02152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081528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19125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02152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081528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19125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02152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379976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9808" y="44897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fail-visible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749808" y="4800600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видно одразу, а не ховається за «розумним» дефолтом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22064" y="4379976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04944" y="44897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моделі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504944" y="4800600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закріплена версія моделі; перехід — окремий реліз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077200" y="4379976"/>
            <a:ext cx="3553968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60080" y="44897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8260080" y="4800600"/>
            <a:ext cx="31882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порівняння двох версій на живому трафіку (Тема 11)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промпта без змін у Git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Промпт як версіонований артефакт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системного промпта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55869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5586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550468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576072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(Тема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26964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426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3218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577840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Змінні в промпті: розмежування інструкцій 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651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48188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43584" y="4270248"/>
            <a:ext cx="101681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реєстру промптів у базі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Отримання активного промпта та логування його версії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Теми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через одну операцію активації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лишає лог, не реєстр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 не веде журналу: хто й коли перемкнув — це audit trail, опційна частина ДЗ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Порівняння версій промпта на реальному трафіку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(Тема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mock-провайдер відтворює регресію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 версіонування промптів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— не видаляємо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08152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344728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— для diff і відкату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активна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32764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її не редагуємо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 · нова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920800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навіть одруківка — нова версія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4745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786384" y="50017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Журнал активацій версій (опційно)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2821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25856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2199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2788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7523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319272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28269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384962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381304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7997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15568" y="43434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156448" y="1691640"/>
            <a:ext cx="3474720" cy="3063240"/>
          </a:xfrm>
          <a:prstGeom prst="roundRect">
            <a:avLst>
              <a:gd name="adj" fmla="val 238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84464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Shape 24"/>
          <p:cNvSpPr/>
          <p:nvPr/>
        </p:nvSpPr>
        <p:spPr>
          <a:xfrm>
            <a:off x="8430768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8577072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9" name="Text 26"/>
          <p:cNvSpPr/>
          <p:nvPr/>
        </p:nvSpPr>
        <p:spPr>
          <a:xfrm>
            <a:off x="8759952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 · prompts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8156448" y="200253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21040" y="21122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 version, active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321040" y="233377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prompts;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8321040" y="25552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support-system | v1 | f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277680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support-system | v2 | 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299831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321983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/prompts/v1/activate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344134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чат: «не знаю»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321040" y="366285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/prompts/v2/activate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21040" y="388437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чат: по суті ✓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створення реєстру та відтворення регресії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типові помилки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· prompt_version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10:41  activate v1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10:41  v1  «не знаю»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10:42  v1  «не знаю»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10:43  v1  «не знаю»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10:44  activate v2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10:44  v2  по суті ✓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10:45  v2  по суті ✓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status: clean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5394960"/>
            <a:ext cx="33832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5394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041648" y="5669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4169664" y="5600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4407408" y="5394960"/>
            <a:ext cx="33832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4462272" y="5394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7882128" y="5669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8010144" y="5600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8247888" y="5394960"/>
            <a:ext cx="33832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8302752" y="5394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помилки на початковому етапі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18895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дві теми: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У наступній темі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2026-09-09T21:54:38Z</dcterms:created>
  <dcterms:modified xsi:type="dcterms:W3CDTF">2026-09-09T21:54:38Z</dcterms:modified>
</cp:coreProperties>
</file>