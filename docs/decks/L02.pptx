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2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lifecycle: промпт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production-артефакт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 — щоб вони не відволікали по ходу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дані, які модель прочитала як інструкцію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коміта: git чистий, система зламана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2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5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 живе код — і як живе типовий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Хто і коли міняв?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blame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ніхто не знає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 у PR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 релізу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Як відкотити?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revert + деплой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E9F3EE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промпта: що саме ви версіонуєте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932688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691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691640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48226" y="1691640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5968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25968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48226" y="25968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502152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86384" y="3502152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48226" y="3502152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407408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48226" y="4407408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3EE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Правила, які працюють, і ціна прикладів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56616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251960"/>
            <a:ext cx="49469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їдуть у кожному запиті — множаться на весь трафік (урок 4)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5961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Шов підстановки: тут народжується injection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48188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Підстановка — в одному місці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014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427024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у базі: розтин таблиці prompts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читає реєстр — і пише версію в лог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prompt_version, яке з уроку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одна операція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Подія з міткою часу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розслідування «що змінилося о 19:42» має за що зачепитися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якщо порівняти дві версії на живому трафіку?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023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416966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Активні дві версії; «кому яку» вирішує той самий шар, що обирає модель (урок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mock відчуває промпт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Дисципліна версій: що вважати новою версією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3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3736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8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23160"/>
            <a:ext cx="31181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 й рецепт контексту — та сама логіка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хто, коли, що активував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192024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260604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з prompts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реєстрі дві версії, активна v2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 по суті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активною v2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«погана» версія стає активною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«не знаю» — регресія на очах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полагодилось, без деплою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картка Prompt registry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версії з активною в консолі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04164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416966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440740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6227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82128" y="43205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8010144" y="42519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8247888" y="397764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8302752" y="397764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та сама: вхід, очікування щодо відповіді, версія промпта в лозі — змінюється лише те, хто дивиться.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живе в БД — хардкоду в сервісі немає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свіжих рядках лога заповнений prompt_version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v1 ламає, v2 — лагодить, і це відтворюється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показує список версій з активною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здати ДЗ тижня 1 одним PR у своєму репозиторії — це рівно те, що ми пройшли за два уроки: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під контролем — тепер під контроль береться модель. Наступного уроку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2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2026-08-10T14:55:04Z</dcterms:created>
  <dcterms:modified xsi:type="dcterms:W3CDTF">2026-08-10T14:55:04Z</dcterms:modified>
</cp:coreProperties>
</file>