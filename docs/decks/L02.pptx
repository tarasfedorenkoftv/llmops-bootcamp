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3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808" y="46908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749808" y="4690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43584" y="4288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43584" y="454456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4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9808" y="558698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5586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43584" y="550468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243584" y="5760720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426964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4269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532180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577840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49651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4965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45628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481888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2" name="Text 9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43584" y="4014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43584" y="4270248"/>
            <a:ext cx="101681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16052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4456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2026-09-02T11:10:48Z</dcterms:created>
  <dcterms:modified xsi:type="dcterms:W3CDTF">2026-09-02T11:10:48Z</dcterms:modified>
</cp:coreProperties>
</file>