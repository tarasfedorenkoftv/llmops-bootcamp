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3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7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9164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9164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968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5968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968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407408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407408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407408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5961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23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16966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2026-08-11T18:36:53Z</dcterms:created>
  <dcterms:modified xsi:type="dcterms:W3CDTF">2026-08-11T18:36:53Z</dcterms:modified>
</cp:coreProperties>
</file>