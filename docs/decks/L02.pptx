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599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283464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64326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46448" y="3254554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7616" y="343743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547616" y="34374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9680" y="341000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547616" y="3940354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04632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817864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305800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5387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0927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0927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2325</Words>
  <Application>Microsoft Office PowerPoint</Application>
  <PresentationFormat>Widescreen</PresentationFormat>
  <Paragraphs>418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Taras Fedorenko</cp:lastModifiedBy>
  <cp:revision>5</cp:revision>
  <dcterms:created xsi:type="dcterms:W3CDTF">2026-08-19T12:47:00Z</dcterms:created>
  <dcterms:modified xsi:type="dcterms:W3CDTF">2026-08-20T15:36:20Z</dcterms:modified>
</cp:coreProperties>
</file>