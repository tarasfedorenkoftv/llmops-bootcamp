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і регресія промпта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версіонування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помилки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промпта без змін у Git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Промпт як версіонований артефакт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системного промпта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(Тема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Змінні в промпті: розмежування інструкцій 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реєстру промптів у базі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Отримання активного промпта та логування його версії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Теми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через одну операцію активації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лишає лог, не реєстр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не веде журналу: хто й коли перемкнув — це audit trail, опційна частина ДЗ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Порівняння версій промпта на реальному трафіку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(Тема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mock-провайдер відтворює регресію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 версіонування промптів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Журнал активацій версій (опційно)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створення реєстру та відтворення регресії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типові помилки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помилки на початковому етапі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18895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дві теми: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У наступній темі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2026-09-07T22:06:37Z</dcterms:created>
  <dcterms:modified xsi:type="dcterms:W3CDTF">2026-09-07T22:06:37Z</dcterms:modified>
</cp:coreProperties>
</file>