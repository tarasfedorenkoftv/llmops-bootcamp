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коміта: git чистий, система зламана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C9B8F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9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живе код — і як живе типовий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промпта: що саме ви версіонуєте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9164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9164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968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6384" y="25968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968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50215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50215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407408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407408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407408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Шов підстановки: тут народжується injection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базі: розтин таблиці prompts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реєстр — і пише версію в лог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якщо порівняти дві версії на живому трафіку?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mock відчуває промпт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Дисципліна версій: що вважати новою версією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trail: хто, коли, що активував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2026-08-11T20:37:39Z</dcterms:created>
  <dcterms:modified xsi:type="dcterms:W3CDTF">2026-08-11T20:37:39Z</dcterms:modified>
</cp:coreProperties>
</file>