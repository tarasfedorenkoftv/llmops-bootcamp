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9B7B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2A201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3218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577840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27" name="Text 24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02A20"/>
          </a:solidFill>
          <a:ln/>
        </p:spPr>
      </p:sp>
      <p:sp>
        <p:nvSpPr>
          <p:cNvPr id="31" name="Text 28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2A2010"/>
          </a:solidFill>
          <a:ln/>
        </p:spPr>
      </p:sp>
      <p:sp>
        <p:nvSpPr>
          <p:cNvPr id="33" name="Text 30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1C1140"/>
          </a:solidFill>
          <a:ln/>
        </p:spPr>
      </p:sp>
      <p:sp>
        <p:nvSpPr>
          <p:cNvPr id="37" name="Text 34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2E2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7" name="Text 14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6" name="Text 23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2026-08-16T16:28:38Z</dcterms:created>
  <dcterms:modified xsi:type="dcterms:W3CDTF">2026-08-16T16:28:38Z</dcterms:modified>
</cp:coreProperties>
</file>