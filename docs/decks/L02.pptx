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E9F4EF"/>
          </a:solidFill>
          <a:ln/>
        </p:spPr>
      </p:sp>
      <p:sp>
        <p:nvSpPr>
          <p:cNvPr id="31" name="Text 28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F8F0E2"/>
          </a:solidFill>
          <a:ln/>
        </p:spPr>
      </p:sp>
      <p:sp>
        <p:nvSpPr>
          <p:cNvPr id="33" name="Text 30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37" name="Text 34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6" name="Text 23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2026-08-16T12:27:16Z</dcterms:created>
  <dcterms:modified xsi:type="dcterms:W3CDTF">2026-08-16T12:27:16Z</dcterms:modified>
</cp:coreProperties>
</file>