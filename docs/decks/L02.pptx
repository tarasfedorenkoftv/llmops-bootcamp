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lifecycle: промпт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production-артефакт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без коміта: git чистий, система зламана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2" name="Text 10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5" name="Text 13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живе код — і як живе типовий промпт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Хто і коли міняв?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blame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ніхто не знає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 у PR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 релізу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 відкотити?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revert + деплой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3EE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3EE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промпта: що саме ви версіонуєте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225296" y="1005840"/>
            <a:ext cx="8223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6" name="Text 4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69164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691640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48226" y="1691640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5968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25968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48226" y="25968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502152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3502152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48226" y="3502152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407408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4407408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48226" y="4407408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3EE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Правила, які працюють, і ціна прикладів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5661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4251960"/>
            <a:ext cx="49469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35661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7" name="Text 15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83096" y="4251960"/>
            <a:ext cx="49469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2120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5961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Шов підстановки: тут народжується injection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Підстановка — в одному місці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у базі: розтин таблиці prompts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читає реєстр — і пише версію в лог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6" name="Shape 14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0" name="Shape 18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4" name="Shape 22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3EE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і rollback — одна операція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CEBFB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якщо порівняти дві версії на живому трафіку?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023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16966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mock відчуває промпт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9E9E8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7" name="Shape 25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28" name="Text 26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CEBFB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Дисципліна версій: що вважати новою версією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Версія моделі й рецепт контексту — та сама логіка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trail: хто, коли, що активував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9202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60604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19202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260604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32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33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7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частини + опційна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9E9E8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24" name="Text 22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живе в БД — хардкоду в сервісі немає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свіжих рядках лога заповнений prompt_version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v1 ламає, v2 — лагодить, і це відтворюється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 показує список версій з активною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2026-08-10T15:36:59Z</dcterms:created>
  <dcterms:modified xsi:type="dcterms:W3CDTF">2026-08-10T15:36:59Z</dcterms:modified>
</cp:coreProperties>
</file>