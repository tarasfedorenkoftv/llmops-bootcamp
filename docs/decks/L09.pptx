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Тем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змістився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86537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2121408"/>
            <a:ext cx="30998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49808" y="47548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50" name="Text 47"/>
          <p:cNvSpPr/>
          <p:nvPr/>
        </p:nvSpPr>
        <p:spPr>
          <a:xfrm>
            <a:off x="749808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1243584" y="4937760"/>
            <a:ext cx="10168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4" name="Text 51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(Тема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21" name="Text 11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2" name="Text 11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3" name="Text 120"/>
          <p:cNvSpPr/>
          <p:nvPr/>
        </p:nvSpPr>
        <p:spPr>
          <a:xfrm>
            <a:off x="1243584" y="536752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4" name="Shape 121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останньої теми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389888" y="4069080"/>
            <a:ext cx="941832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07592" y="398678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5" name="Text 22"/>
          <p:cNvSpPr/>
          <p:nvPr/>
        </p:nvSpPr>
        <p:spPr>
          <a:xfrm>
            <a:off x="70408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120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поодинокі 5xx — фон, не алерт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47032" y="398678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384352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10:10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66064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успішних падає 3 хв поспіль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6472" y="398678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698296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10:11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80008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алерт: симптом, не причина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10725912" y="39867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1012240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993952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runbook: що робити першим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 Мітки — тільки осяжні: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 користувача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081528" y="41422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40736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ознаки в лог ✓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344728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довжина · токени · finish_reason · guardrail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41422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40736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тіло — семпл із TTL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32764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сховище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41422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40736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секрети · ключі ✕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920800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ніколи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Postgres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505456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633472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2871216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2926080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SQL-агрегати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809744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4937760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5175504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5230368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/observability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114032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7242048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7479792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534656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плитки консолі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418320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 rot="5400000">
            <a:off x="9546336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9784080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9838944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 → Grafana · опційно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6177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47457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00176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66928" y="557784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72414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всі плитки живі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66176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339328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9387840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460992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9460992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0509504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582656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0582656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266176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39328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39328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387840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60992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60992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10509504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582656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10582656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Shape 49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першої теми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 = плитки консолі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count(*)                 128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percentile_cont(0.95)  1.8 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            1.4 %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плитки: 128 · 1.8 s · 1.4 %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збіг ✓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серія __fail_503: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fallback 0 → 3, error 1.4 → 4 %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21040" y="4151605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uptime: зелений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У наступній темі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наступної теми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Наступна тема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2026-09-08T12:32:07Z</dcterms:created>
  <dcterms:modified xsi:type="dcterms:W3CDTF">2026-09-08T12:32:07Z</dcterms:modified>
</cp:coreProperties>
</file>