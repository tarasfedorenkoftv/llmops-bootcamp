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 на дев'ятому уроці — починаємо п'ятий тиждень, «Observability + evals». За чотири тижні ви збудували роутер, облік вартості, кеш, fallback і безпеку — і кожен із цих механізмів продукує цифри. Сьогодні ці цифри вперше збираються в одному місці й стають тим, на що дивиться оператор: консоль оживає повністю. Але головна тема уроку не плитки. Головна тема — інциденти, які не дають жодної помилки: якість просіла — 200, вартість виросла втричі — 200, трафік поповз на слабшу модель — 200. Uptime зелений, користувачі нещасні. Розберемо, чому один лог-рядок з першого уроку виявляється трейсом, метрикою і аудитом одночасно; чому алерти ставлять на p95, а не на середнє; що таке SLO і бюджет помилок; і зіграємо в детектива — інцидент, який видно тільки в метриках. Курс переходить від «будуємо механізми» до «керуємо системою».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результат уроку — конкретними діями. Після сьогоднішнього заняття ви зможете: порахувати count, p95 і error rate одним SQL-запитом по власному логу — жодної магії, штатна функція Postgres; оживити GET /observability і GET /providers так, щоб усі шість плиток консолі показували числа; пояснити, чому алерти і SLO ставлять на перцентилі, а не на середнє, — і чому перцентилі не можна усереднювати; відтворити тихий інцидент — fallback і error rate ростуть, а користувач не бачить жодного 500; сформулювати SLO для своєї системи і порахувати тижневий бюджет помилок; і назвати, що саме додати в лог, коли завтра спитають «а покажи по тенантах» — нову колонку, а не нову систему. Кожен пункт ви перевірите руками — у лабораторній або в ДЗ тижня.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Маршрут такий. Перша третина — проблема і фундамент: тихі інциденти й чотири виміри спостережуваності; лог-рядок з уроку 1, який виявляється трейсом, метрикою і аудитом одночасно; і чому p95, а не середнє. Друга третина — розтин сьогоднішньої роботи: SQL-агрегати і ендпоінт /observability з двома джерелами, /providers і шість плиток консолі, тренд проти снапшота. Далі — операційна рамка: SLI, SLO і бюджет помилок, дисципліна алертів; опційний блок про таксономію помилок; трейси і спани на виріст — разом із тим, чого в лозі бути не має. І архітектурне питання: чому спостережуваність у нас — розділ у продукті, а не окремий індустріальний стек. Потім лабораторна на п'ять кроків — від psql до «детектива», антипатерни тижня і домашнє завдання. [Ведучому: блоки 01–03 — без коду; на блоці 03 корисно проговорити приклад з дев'ятьма швидкими запитами вголос, цифри тримають увагу краще за означення.]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шість слів. p95 — перцентиль: час, у який вкладаються дев'яносто п'ять відсотків запитів; саме він показує досвід найневдаліших користувачів. Error rate — частка запитів, що завершилися не двохсоткою. Cache-hit відсоток і fallback — наші власні лічильники з уроків 5 і 7. SLI — показник, який ви міряєте; SLO — цільове значення, про яке домовилися; а бюджет помилок — скільки невдач ви можете собі дозволити в межах цього SLO. Трейс — відновлений шлях одного запиту за його ідентифікатором. І тихий інцидент — збій, який не дає жодної помилки користувачу: система відповідає, метрики зелені, а всередині щось поїхало. Саме заради нього все це будується.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Класичний моніторинг відповідає на питання «сервіс живий?». Для LLM-системи це питання майже нічого не варте: сервіс може бути живий на всі сто — і при цьому відповідати гірше, коштувати дорожче і дедалі частіше падати у fallback. Жоден health-check цього не покаже. Найнеприємніші інциденти LLM-систем — тихі. Вони не дають 5xx. Якість просіла після зміни промпта — 200. Вартість виросла втричі, бо хтось зламав ключ кешу, — 200. Трафік поповз на слабшу модель через fallback — 200, 200, 200. Той голосовий агент з уроку 7, що замовкав посеред розмови, теж був «зеленим» за всіма стандартними метриками — його знайшли по слідах у поведінці, а не по алерту. Звідси головна теза уроку: спостережуваність LLM-системи — це чотири виміри разом. Доступність і latency знайомі кожному, хто працював з веб-сервісами. Вартість і якість — те, чим LLMOps відрізняється від просто Ops. Дивитися тільки на перші два — значить моніторити чужу половину системи. І навіщо цей шар саме зараз: усі механізми чотирьох тижнів продукують цифри — роутер розподіл, облік вартість, кеш hit ratio, fallback лічильник переходів. Сьогодні вони збираються в одному місці. Курс переходить від «будуємо механізми» до «керуємо системою».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Пам'ятаєте обіцянку з уроку 1 — «лог з'являється першим, усе інше — надбудови над ним»? Сьогодні день розплати, у хорошому сенсі. Таблиця requests, яку ви ведете з першої лаби, виявляється одночасно трьома речами. Трейсом: по request_id відновлюється шлях конкретного запиту — яка модель, яка версія промпта, скільки тривало. Метрикою: p95 — це перцентиль по latency_ms, error rate — частка не-200, вартість дня — сума cost_usd. І аудитом: хто, коли, якою версією, з яким результатом. Ніякої магії, ніякого окремого «стека спостережуваності» для ядра: SQL по таблиці, яку ви й так пишете. Уявіть на секунду, що на першому тижні ми полінувалися: сьогодні довелося б спершу два тижні збирати дані, перш ніж побачити першу цифру. Лог, закладений заздалегідь, — це різниця між «подивімось» і «почекаймо місяць».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 «лог — джерело всього» випливає відповідь на питання «як розширювати спостережуваність». Не новою системою — новою колонкою. Захочете зрізи по тенантах — додайте tenant_id у лог-рядок у момент запиту; по фічах — feature; по операторах approvals — хто підтвердив. Кожна колонка, записана в момент події, — це майбутній GROUP BY, який коштує нуль. А колонка, про яку згадали через місяць, — це місяць даних, яких уже не буде. Єдине застереження — кардинальність зрізів. Зріз корисний, коли груп у ньому можна охопити оком: моделі — одиниці, версії промпта — десятки, тенанти — сотні, і це вже на межі. GROUP BY по унікальному ідентифікатору користувача дасть мільйон рядків, у яких не видно нічого. Правило: записуйте в лог детально — конкретний user_id потрібен для трейсів і аудиту, — а агрегуйте по вимірах з осяжною кількістю значень. Колонка і зріз — різні рішення: перше про можливість, друге про читабельність.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метрика заслуговує окремої зупинки. Середня latency — цифра, що бреше в очі: дев'ять запитів по 300 мілісекунд і один на 8 секунд дають середнє близько 1.1 секунди — «прийнятно». А тепер згадайте, хто з цих десяти користувачів напише в підтримку. Правильно — десятий. І його досвід у середньому розчинився. Перцентилі дивляться на розподіл з боку найневдаліших запитів: p95 — це «95 відсотків запитів швидші за цю цифру», чесна межа того, що бачить помітна частина користувачів; p99 — те саме для найгіршого відсотка. Для LLM-систем це особливо важливо: latency генерації нестабільна за природою — довжина відповіді, черги провайдера, ретраї, — розподіл має довгий хвіст, і саме у хвості живуть скарги. Типова помилка — алерт на середню latency: вона згладить і сплеск таймаутів, і деградацію провайдера; ви дізнаєтесь про проблему зі скарг, а алерт так і не спрацює. І математична пастка: перцентилі не можна усереднювати. «Середнє з p95 за кожну годину» — це не p95 за день. Поки лог зберігає кожен запит, будь-який перцентиль за будь-яке вікно — один чесний запит до бази. Згадка на виріст: щойно з'явиться streaming, до p95 повної відповіді додасться time-to-first-token — наш latency_ms цієї різниці не бачить; детальніше в блоці 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Серце сьогоднішньої роботи — один SQL-запит і один ендпоінт. Спершу агрегати з бази: count, percentile_cont нуль-дев'яносто-п'ять по latency_ms і частка не-200 — три цифри одним проходом. percentile_cont — штатна функція Postgres; ваша «система моніторингу» — це буквально один рядок SQL. COALESCE тут не косметика: на порожній таблиці агрегати повертають NULL, читання в типізовану змінну падає — і свіжий стек після down -v віддає 500 ще до першого запиту. Далі ендпоінт збирає гібрид, і зверніть увагу на два джерела. Requests, p95 і error rate — з бази: переживають рестарт, історичні. Cache-hit і fallback — з лічильників у пам'яті: швидкі, але обнуляються з рестартом. А «рестарт» у робочому циклі трапляється частіше, ніж здається: кожен docker compose up --build -d service — тобто кожна правка коду — обнуляє лічильники. Після ребілду плитки покажуть requests з БД і нульові cache-hit/fallback — це не баг, а ціна компромісу. Хто хоче стежити за цими цифрами в часі — переселяє їх у базу, і тоді звірка вітрини з джерелом працює для всіх плиток. Питання на подумати: які з цих цифр ви б переселили першими і чому? Підказка: ті, за якими захочеться дивитися тренд, — блок 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 консоль оживає повністю. Пройдімося по плитках так, як ми проєктували кожен механізм, — від питання. Requests today: яке навантаження зараз? Count по лозі. Вартість сьогодні: скільки палимо і чи в бюджеті? Сума cost_usd — механізм з уроку 4. P95 latency: що бачать найневдаліші користувачі? Перцентиль по лозі. Error rate: яка частка запитів ламається? Частка не-200. Cache-hit: чи окупається кеш? Лічильники з уроку 5. І fallback: чи живемо ми на плані Б? Лічильник з уроку 7. Зверніть увагу: кожна плитка — це механізм, який ви вже збудували, просто тепер його цифра стоїть перед очима оператора. І принцип, який відрізняє робочий дашборд від прикраси: кожен елемент має відповідати на конкретне операційне питання. Тест простий — сформулюйте питання вголос; не формулюється — плитку геть. Дашборд, який «просто показує все», не читає ніхто. У лабі я попрошу вас пройти по кожній плитці й проговорити її питання своїми словами — це і є третій пункт сьогоднішнього ДЗ.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/providers додає останній шматок — статус провайдерів. На mock у штатному режимі він «ok», але форма бойова: плитка не має права зеленіти посеред інциденту, тому статус, прибитий цвяхом до «ok», — не спрощення, а брехня рівно в той момент, коли на плитку дивляться. Джерело сигналу для core-доріжки у вас уже є: лічильник збоїв fallback-ланцюга з тижня 4. N поспіль збоїв темнять статус до «degraded», перший успішний виклик повертає «ok». Саме це — обов'язкова частина ДЗ тижня 5. Хто зробив опційний circuit breaker — бере готовий стан breaker'а як джерело, так робить еталон: статус темніє, щойно breaker відкритий. І стик механізмів, який варто знати: breaker оновлюється лише на реальних викликах, а cache-hit у ланцюг не заходить. Тому після інциденту плитка може показувати «down» як завгодно довго, поки трафік обслуговується з кешу. «Відпустило чи ні» перевіряйте питанням, якого немає в кеші. Тільки тримайте в голові урок, здобутий на реальній платформі: проба «чи живий процес» і проба «чи здорові залежності» — різні ендпоінти з різними споживачами. Нам довелося заводити окремий полегшений probe, який свідомо оминає діагностику залежностей: health-check, що тягне зовнішні перевірки, оголошує сервіс «мертвим» щоразу, коли чхнула чужа система, — і оркестратор рестартить цілком здоровий процес. Живість — про процес; здоров'я залежностей — про діагностику. [Ведучому: після одужання провайдера плитка може ще ~30 с показувати degraded, поки не спливе breaker резервного елемента ланцюга, — це гранулярність breaker'ів, не баг; для кадру «зазеленіла» зачекати пів хвилини або зняти другим дублем.]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Цифра на плитці — це стан на зараз. Але тихі інциденти видають себе не станом, а рухом. Fallback_events дорівнює одиниці — подія, буває. Fallback росте щогодини — інцидент, що повзе: основна модель деградує, і ви поки що цього «не бачите», бо відповіді йдуть. Cache-hit повільно падає тиждень — хтось зламав ключ кешу правкою, або змінився профіль трафіку; обидва варіанти варті розслідування. Розподіл моделей поїхав у бік strong — або ескалацій справді більше, або роутер зламаний, і бюджет згорає вдвічі швидше. Саме тому питання з блока 04 — «що переселити з пам'яті в базу» — має відповідь: усе, за чим хочеться стежити в часі. Снапшот показує, що зараз; тренд показує, куди воно йде — а реагувати треба на «куди». Від тренду один крок до алерту, і в правильного алерту чотири обов'язкові частини: метрика, поріг, тривалість, адресат. Тривалість пропускають найчастіше: алерт на миттєве значення блимає на кожному сплеску, черговий звикає закривати його не читаючи — і пропускає справжній. Поріг каже «це погано», тривалість каже «це не випадковість». У нашому контурі алертів ще немає — але формула знадобиться вже наступного тижня, коли писатимете rollback-критерії: у них та сама анатомія. І для тренду не потрібен окремий інструмент — той самий лог із групуванням по днях: один запит, і у вас тижнева динаміка навантаження, грошей і помилок.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Плитки показують числа, але число саме по собі не каже, чи все гаразд: p95 1800 мілісекунд — це добре чи погано? Error rate 2% — привід прокинутися чи звичайний вівторок? Поки немає домовленості, кожен інцидент починається зі спору «а чи це взагалі інцидент». Термінологія проста і варта точності. SLI — показник, який ви міряєте: частка успішних відповідей, p95 latency. SLO — цільове значення, про яке ви домовилися: «99% звернень обслуговуються успішно», «p95 не перевищує 3 секунд». Ключове слово — домовилися: SLO не виводиться з техніки, він приходить із того, що потрібно користувачу і що ви готові обіцяти. І найкорисніша конструкція операційної практики — бюджет помилок. Якщо SLO 99%, то один відсоток невдач вам дозволено. Це не сором, а ресурс: за тиждень із 10 000 звернень бюджет — 100 невдач. Поки не витратили — можна котити зміни й ризикувати; витратили за три дні — решту тижня займаєтеся стабільністю. Замість вічної суперечки «швидко чи надійно» з'являється число, яке її закриває. SLO має бути на те, що відчуває користувач: «uptime 99.9%» — марна обіцянка, сервіс може бути живий і роздавати заглушки. Робочий SLI — «частка звернень зі змістовною відповіддю», і чесно визнаймо: ваш лог поки що цього не порахує — заглушка graceful degradation пише той самий 503, що й реальний збій. Потрібна ще одна колонка — ознака деградації; вона ж робить чесним error rate під інцидентом. Рівно той випадок «новий зріз = нова колонка». Обов'язкова доріжка тижня — ендпоінти й живі плитки; сформулювати один SLO і порахувати тижневий бюджет — окремий пункт опційної частини ДЗ тижня 5, хвилин п'ятнадцять. На останньому уроці ця цифра стане аргументом у KPI-розмові.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Метрики без алертів — це графіки, у які ніхто не дивиться в потрібний момент. Алерти без дисципліни — гірше: команда вчиться їх ігнорувати, і тоді не працює вся система спостережуваності. Три правила, які тримають це в порядку. Перше: алерт на симптом, а не на причину. «Частка успішних відповідей упала нижче SLO» — симптом, його варто побачити завжди. «Кількість 429 зросла» — причина: сама по собі вона може не мати наслідків для користувача, fallback відпрацював — і будити через неї людину нечесно. Друге: розділяйте «прокинутися» і «подивитися вранці». Прокидатися варто лише через те, що зараз шкодить користувачам і потребує людини; усе інше — черга завдань. Якщо ця межа не проведена явно, вона проведеться сама — через вигорання й ігнорування. Третє: кожен алерт має інструкцію. Спрацював — що робити першим? Той, хто прийшов на чергування вперше, мусить зрозуміти. Це і є runbook, до якого ми дійдемо на останньому уроці. Типова помилка — алерт на кожну помилку: у недетермінованій системі на чужій інфраструктурі окремі 5xx і таймаути — нормальний фон. Алерт має спрацьовувати на відхилення від норми, витримане в часі, — інакше канал з десятьма повідомленнями щодня, жодної реакції, і справжній інцидент проїде незауваженим. І практична деталь, яка ламає метрики найчастіше: мітки. User_id чи текст запиту в метриці — вибух комбінацій: сховище роздувається, дашборди не відкриваються. Мітки — невелика кількість заздалегідь відомих значень: модель, маршрут, категорія помилки. Усе різноманітне живе в лозі.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опційне поглиблення тижня — воно ж опційна частина ДЗ тижня 5. «Error rate 6%» — це початок питання, а не відповідь. За цими шістьма відсотками можуть ховатися зовсім різні історії: 429 від провайдера — треба знижувати темп або міняти ліміти; timeout інструмента — винна зовнішня система; відмова guardrail'а — це взагалі не помилка, а робота захисту; збій БД — ваша інфраструктура. Різні причини — різні дії — різні відповідальні. Мінімум у нас уже є: поле status у лозі розрізняє 429, 503 і timeout. Дорослий рівень — явна таксономія: provider_429, tool_timeout, guardrail_refusal, db_error — окремі лічильники, окремі тренди, а на проді — окремі алерти з різними адресатами. І корисна дисципліна при проєктуванні таксономії: категорія має визначати дію. Якщо дві категорії ведуть до однієї дії — зливайте їх; якщо в одній категорії дві різні дії — діліть. Таксономія заради таблички нікому не потрібна.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Сьогоднішня консоль стоїть на одному лог-рядку — і цього достатньо, поки одне звернення користувача це один виклик моделі. Але ми знаємо з уроку 4, що так буває тільки на старті: у дорослому контурі одне звернення розгортається в ретрай, fallback, tool-виклик і повторний виклик моделі з результатом. Питання «що сталося з цим запитом» перетворюється з «покажи рядок» на «покажи послідовність». Термінологія запозичена з класичної спостережуваності. Трейс — усе, що сталося в межах одного звернення. Спан — один крок усередині нього: виклик моделі, виклик інструмента, перевірка guardrail — зі своїми початком, тривалістю і статусом. Спани складаються в дерево: у кожного є батько, тому видно не лише «що було», а й «що з чого виросло». Мінімальна версія не потребує жодної нової системи: до request_id — він і є ідентифікатор трейсу — додати два поля: step і attempt. Одразу стають можливі питання, на які раніше відповіді не було: скільки кроків у середньому потребує одне звернення, які кроки найдовші, скільки викликів було марними — спроби, що не дійшли до користувача. І принцип, який варто закласти відразу: ідентифікатор народжується на вході, передається у все, що ви кличете, і присутній у кожному рядку лога, включно з невдалими спробами. Дописати його потім — це переписати всі логи, які вже накопичилися. На платформі, яку я супроводжую, найдорожчі години розслідувань витрачалися саме там, де ланцюжок ідентифікаторів обривався — фонова обробка створювала «новий» контекст замість продовження попереднього. Формально всі логи були на місці; фактично неможливо було сказати, що з чим пов'язане. Полагодилося не інструментом, а домовленістю: ідентифікатор передається завжди, і жоден крок не має права почати новий.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нашому контурі відповідь приходить цілком, тому latency_ms однозначний. Щойно ви віддаєте токени потоком — а це перше, що просять продуктові команди, — метрики перестають бути однозначними, і краще знати про це заздалегідь, ніж переробляти лог. Перше: один час перетворюється на три. Час до першого токена — його й відчуває користувач; повний час генерації; і час до останнього байта. Мірити треба перший і третій; середній не означає нічого. Друге: помилка приїжджає посеред успіху. Стрім почався зі статусом 200, а обірвався на середині — з погляду HTTP усе гаразд, з погляду користувача відповідь зламана. У лозі потрібне окреме поле «стрім завершився нормально», інакше error rate брехатиме на вашу користь. Третє: кеш і guardrails ускладнюються. Кешувати можна лише повністю зібрану відповідь — а зібрати її треба на своєму боці. Вихідна перевірка або чекає кінця генерації, і тоді сенс стріму частково втрачається, або працює по частинах і мусить уміти обірвати вже початий потік. Практичний висновок для сьогодні один: поля latency_ms і status варто одразу мислити як «характеристику завершення відповіді», а не як «код HTTP». Тоді додати стрімінг буде розширенням лога, а не його переписуванням.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Спостережуваність спокушає логувати все: повний промпт, повну відповідь, увесь контекст — «раптом знадобиться». І це найпростіший спосіб перетворити лог на сховище персональних даних, до якого має доступ вся команда, яке потрапляє в бекапи й живе роками. Три правила. Перше: не пишіть повні тіла запитів і відповідей за замовчуванням. Ознак зазвичай достатньо: довжина, кількість токенів, finish_reason, чи спрацював guardrail, які інструменти викликалися — це відповідає на 90% операційних питань. Друге: якщо тіла таки потрібні для розбору якості — робіть це вибірково і з терміном життя: невеликий семпл, окреме сховище, автоматичне видалення. Саме такий семпл, до речі, стає золотим набором для eval'ів — наступний урок; тобто в цього рішення є друга, корисна причина. Третє: ніколи не логуйте секрети й ключі — і пам'ятайте, що вони потрапляють у логи не через Console.WriteLine з ключем, а через дампи запитів «для дебагу», трейси помилок і повні заголовки. І формулювання, яке варто мати в голові щоразу, коли додаєте нове поле в лог: усе, що ви залогували, ви тепер зобов'язані захищати. Лог — це не блокнот, це база даних із тим самим режимом доступу, що й інші ваші дані.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Помітили архітектурний хід? Спостережуваність у нас — розділ у самому продукті: ендпоінти сервісу поверх власного лога, консоль як вітрина. Жодного окремого Prometheus, жодної Grafana в обов'язковій доріжці. Це свідомо, і не лише з навчальних міркувань. Індустріальний стек метрик — чудова річ, коли у вас багато сервісів і команда, яка ним володіє. Але він не безкоштовний: інфраструктура, конфіги, ще одна система, яка може зламатись. А головне — він не додає даних: усе, що покаже дашборд, має спершу з'явитись у ваших логах і лічильниках. Налагодьте джерело — а вітрин може бути скільки завгодно: наша консоль сьогодні, /metrics для зовнішніх дашбордів — опційна тема фінального тижня. Ще одна дрібниця з практики, яка вирішує, чи взагалі буде що дивитися. На платформі, яку я супроводжую, нам довелося окремим рішенням підняти рівень логів життєвого циклу — «почав узгодження стану», «завершив», «зупинив останнього агента» — з debug до info. Причина проста: у проді debug вимкнений, тому найцінніші події існували в коді, але не існували в реальності — і кожне розслідування починалося з «а давайте задеплоїмо збірку з увімкненим debug». Ключові переходи стану — це не діагностика для розробника, це операційні дані; вони мусять бути видимі за замовчуванням. І лайфхак на щодень: звірка чесності даних за десять секунд. Цифра на плитці Requests мусить збігатися з SELECT count(*) за сьогодні. Якщо консоль показує одне, а SQL інше — у вас дві правди, і скоро ви перестанете вірити обом.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перейти до екрана — що саме ви зараз побачите і навіщо. Послідовність така: спершу агрегати руками в psql — count, p95, error rate одним запитом, щоб побачити, що жодної магії немає. Потім GET /observability — ті самі цифри плюс cache-hit і fallback з лічильників, уже як ендпоінт. Далі консоль: усі шість плиток живі, з числами. І фінал — «детектив»: серія __fail_503, fallback і error rate ростуть, а користувач не бачить жодного 500 — тихий інцидент, який видно тільки в метриках. Навіщо це все: побачити, що моніторинг LLM-системи — це SQL по власному логу плюс кілька лічильників, а не окрема система; і навчитися впізнавати інцидент, якого не видно в жодному uptime. [Ведучому: ДО запису прогнати пре-рол трафіку — після down -v база порожня: 3–4 звичайні питання, 2 повтори того самого (кеш), 1–2 __fail_503, плюс 1–2 ескалації («поверніть гроші, терміново») — інакше плитка вартості покаже $0.0000: уся вартість на mock сидить у mock-strong, а today_usd округлюється до 4 знаків. На камері плитки вже живі — докидається лише серія збоїв для «детектива». Термінал і psql — збільшений шрифт.]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Крок перший: SQL руками. У psql написати запит: count, percentile_cont(0.95) по latency, частка не-200 за сьогодні. Спершу руками — щоб побачити, що жодної магії немає. Повна команда підключення: docker compose exec postgres psql -U llmops -d llmops — так само, як шукали свій перший запит на уроці 1. Крок другий: загорнути в ендпоінт. GET /observability — агрегати з БД плюс cache-hit % і fallback з лічильників сервісу. GET /providers — статус провайдерів: у штатному режимі «ok»; «degraded» після N поспіль збоїв fallback-ланцюга — core, або при відкритому circuit breaker — опційна доріжка; логіку розбирали у блоці 05. Крок третій: оживити консоль. Згенерувати трафік: звичайні питання, повтор того самого — кеш, __fail_503 — fallback. Усі шість плиток — з числами. І пройти по кожній: на яке операційне питання вона відповідає? Крок четвертий: детектив. Симулювати тиху деградацію: серія __fail_503 — fallback і error rate ростуть, без жодного 500 користувачу: урок 7 відпрацював. Проговоріть: як виглядав би цей самий інцидент на дашборді, де є тільки uptime? І опційний п'ятий: таксономія — розділити помилки за причинами: 429, timeout, guardrail, БД — і завести окремі лічильники. Це заготовка під опційну частину ДЗ тижня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Зафіксуємо, що ми щойно побачили — і що це доводить. Перше: моніторинг LLM-системи — це SQL по власному логу плюс кілька лічильників. Жодної нової системи, жодної магії: percentile_cont — штатна функція Postgres, а таблиця requests пишеться з першого уроку. Лог, закладений заздалегідь, сьогодні окупився повністю. Друге: усі шість плиток живі, і кожна відповідає на конкретне операційне питання — навантаження, гроші, хвіст латентності, частка збоїв, окупність кешу, життя на плані Б. Це і є момент, коли механізми чотирьох тижнів стають системою, якою керує оператор. Третє — найважливіше: ви бачили тихий інцидент. Серія збоїв, fallback і error rate ростуть — а користувач не отримав жодного 500, бо урок 7 відпрацював. На дашборді з самим лише uptime цього інциденту не існує. Саме заради цієї картинки й будувався весь сьогоднішній шар: інцидент видно в метриках, а не в скаргах.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розійтися — чесна перевірка обов'язкової доріжки, без оцінок. Чотири пункти. Перший: всі плитки консолі показують числа — і ви знаєте, звідки береться кожне: що з бази, що з лічильників у пам'яті, і чим ці джерела відрізняються. Другий: можете пояснити, чому p95, а не середнє. Якщо відповідь починається з «дев'ять запитів по триста мілісекунд і один на вісім секунд» — усе засвоєно. Третій: ви бачили інцидент — fallback росте, error rate росте — без жодної помилки назовні. Це головна картинка уроку: тихі інциденти видно тільки у власних метриках. І четвертий: розумієте, що додати в лог, якщо завтра спитають «а по тенантах?». Відповідь коротка — колонку, а не систему; і додати її треба сьогодні, бо колонка через місяць — це місяць даних, яких не буде. Де завагалися — туди і повертайтеся в матеріалі уроку. Питання — у канал потоку або на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П'ять способів звести нанівець сьогоднішній шар — усі перевірені чужими граблями. Моніторити лише uptime і latency: «у нас все зелене» — поки скарги не стануть четвертим виміром замість якості. Середні замість перцентилів: середнє ховає саме тих користувачів, які пишуть скарги, — ми бачили це на цифрах у блоці 03. Дашборд заради дашборда: плитка без операційного питання — шум, який привчає не дивитися; тест «сформулюй питання вголос» безжальний, застосовуйте його. Дивитись метрики лише під час інцидентів: тихі деградації видно тільки тому, хто бачив «норму» — тренд читається лише проти фону звички. І окрема система моніторингу до того, як налагоджені власні логи: вітрина без джерела показує порожнечу — красиво і безкорисно. Спершу лог і лічильники, потім будь-які дашборди.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Обов'язково — до наступного уроку, без здачі. Перше: закріпити лабу — усі шість плиток живі й звірені з SQL; це та сама звірка, яку варто робити раз на тиждень і на своїй робочій системі. Друге: відтворити «детектива» — серія __fail_503, після якої інцидент видно в метриках, а користувач не бачить жодної 500. Третє, і воно найкорисніше: сформулювати по одному операційному питанню на кожну плитку — своїми словами. Плитка, під яку не знайшлося питання, — прикраса, і її треба або переробити, або прибрати. Опційно: таксономія помилок — окремі лічильники за причинами: 429 провайдера, timeout інструмента, відмова guardrail. Це опційний блок сьогоднішнього уроку і опційна частина ДЗ тижня. І про ДЗ тижня: воно здається після наступного уроку. ДЗ тижня 5 об'єднує спостережуваність і evals — сьогоднішні ендпоінти вже у вас в руках, після наступного уроку додадуться власні кейси в golden dataset, і тиждень здається одним PR. Критерії приймання будуть у файлі ДЗ після наступного уроку.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Найдорожчі інциденти LLM-систем не дають жодної помилки: uptime зелений, п'ятірок немає, а система тихо відповідає гірше, дорожче або не те. Саме тому чотири виміри — доступність, latency, вартість і якість — і саме тому третій та четвертий не видно жодному звичайному моніторингу. Весь моніторинг ядра при цьому — це SQL по власному лозі плюс кілька лічильників у пам'яті: percentile_cont — штатна функція бази, а не магія, і жодної нової системи сьогодні не з'явилося. Дивимося на p95, а не на середнє: скарги живуть у хвості розподілу, а середнє їх згладжує — і пам'ятайте, що перцентилі не усереднюються, тому p95 за тиждень не рахується як середнє денних. Плитка існує, лише якщо відповідає на питання, яке хтось справді ставить; решта — графіки, у які перестають дивитися. А SLO ставиться на те, що відчуває користувач, і має бюджет помилок — інакше «скільки це нормально» кожен вирішує сам, і зазвичай уночі. Наступний урок дає якості число. Ви бачите, що система робить, але «відповіді стали гіршими» не покаже жодна з шести плиток: далі — golden dataset, grader, поріг і exit code, той самий, що на тижні 6 стане гейтом у CI. До зустрічі.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LLM-систем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2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7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1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5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6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7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9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3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7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9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4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9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3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1" name="Shape 27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32" name="Text 28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5" name="Shape 31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36" name="Text 32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8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0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1" name="Shape 7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6" name="Shape 12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1" name="Shape 17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8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4" name="Text 20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6" name="Text 22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10" name="Text 5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6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1323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200" dirty="0"/>
          </a:p>
        </p:txBody>
      </p:sp>
      <p:sp>
        <p:nvSpPr>
          <p:cNvPr id="10" name="Text 6"/>
          <p:cNvSpPr/>
          <p:nvPr/>
        </p:nvSpPr>
        <p:spPr>
          <a:xfrm>
            <a:off x="71323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31596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2" name="Text 8"/>
          <p:cNvSpPr/>
          <p:nvPr/>
        </p:nvSpPr>
        <p:spPr>
          <a:xfrm>
            <a:off x="446227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200" dirty="0"/>
          </a:p>
        </p:txBody>
      </p:sp>
      <p:sp>
        <p:nvSpPr>
          <p:cNvPr id="13" name="Text 9"/>
          <p:cNvSpPr/>
          <p:nvPr/>
        </p:nvSpPr>
        <p:spPr>
          <a:xfrm>
            <a:off x="446227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найневдаліших: у хвості живуть скарги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6500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5" name="Text 11"/>
          <p:cNvSpPr/>
          <p:nvPr/>
        </p:nvSpPr>
        <p:spPr>
          <a:xfrm>
            <a:off x="821131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200" dirty="0"/>
          </a:p>
        </p:txBody>
      </p:sp>
      <p:sp>
        <p:nvSpPr>
          <p:cNvPr id="16" name="Text 12"/>
          <p:cNvSpPr/>
          <p:nvPr/>
        </p:nvSpPr>
        <p:spPr>
          <a:xfrm>
            <a:off x="821131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для найгіршого відсотка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3429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3557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786384" y="3813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11" name="Text 7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14" name="Text 10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10" name="Text 5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6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8" name="Text 14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1" name="Text 17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9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14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19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8404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0"/>
          <p:cNvSpPr/>
          <p:nvPr/>
        </p:nvSpPr>
        <p:spPr>
          <a:xfrm>
            <a:off x="786384" y="3968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786384" y="422452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566928" y="534924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86384" y="549554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783080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548226" y="1783080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66928" y="2578608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FEAFE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2578608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48226" y="2578608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3374136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374136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4548226" y="3374136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4315968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44439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786384" y="4700016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566928" y="562356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8F0E2"/>
          </a:solidFill>
          <a:ln/>
        </p:spPr>
      </p:sp>
      <p:sp>
        <p:nvSpPr>
          <p:cNvPr id="21" name="Text 17"/>
          <p:cNvSpPr/>
          <p:nvPr/>
        </p:nvSpPr>
        <p:spPr>
          <a:xfrm>
            <a:off x="786384" y="576986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9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4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9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4" name="Text 20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2" name="Text 7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6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21" name="Text 17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0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6" name="Text 22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5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1" name="Text 27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0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6" name="Text 32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38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9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BE9E9"/>
          </a:solidFill>
          <a:ln/>
        </p:spPr>
      </p:sp>
      <p:sp>
        <p:nvSpPr>
          <p:cNvPr id="15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6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BE9E9"/>
          </a:solidFill>
          <a:ln/>
        </p:spPr>
      </p:sp>
      <p:sp>
        <p:nvSpPr>
          <p:cNvPr id="20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1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5" name="Text 21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3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8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3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4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6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4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9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1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1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2026-08-15T07:48:35Z</dcterms:created>
  <dcterms:modified xsi:type="dcterms:W3CDTF">2026-08-15T07:48:35Z</dcterms:modified>
</cp:coreProperties>
</file>