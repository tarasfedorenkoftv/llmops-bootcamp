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LLM-систем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Тихі інциденти: все зелене — все погано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6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0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31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4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35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перші два виміри знайомі з веб-сервісів; другі два — те, чим LLMOps відрізняється від просто Ops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механізми чотирьох тижнів працюють — але поки ви бачите їх лише в коді.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лог-рядок — джерело всього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Новий зріз = нова колонка, не нова система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одиниці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версії промпта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десятки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тенанти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сотні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вже на межі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мільйони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ECEBFB"/>
          </a:solidFill>
          <a:ln/>
        </p:spPr>
      </p:sp>
      <p:sp>
        <p:nvSpPr>
          <p:cNvPr id="9" name="Text 6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Колонка, записана в момент події, — майбутній GROUP BY, який коштує нуль. Колонка, про яку згадали через місяць, — місяць даних, яких уже не буде.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Захочете зріз по тенантах — додайте tenant_id у лог-рядок у момент запиту; по фічах — feature; по операторах approvals — хто підтвердив.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не середнє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1.1 с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1323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1596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446227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46227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досвід найневдаліших: у хвості живуть скарги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6500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21131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для найгіршого відсотка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3557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3813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на середню latency: вона згладить і сплеск таймаутів, і деградацію провайдера — ви дізнаєтесь зі скарг, а алерт не спрацює. Алерти й SLO — на перцентилі.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пам'ятайте: перцентилі не усереднюються. Середнє від p95 двох годин — не p95 за дві години; рахувати треба по сирих даних.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Розтин: GET /observability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— це відповідь на питання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Requests today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по лозі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сума cost_usd (урок 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не-200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Cache-hit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лічильник (урок 7)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12064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248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550468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/providers: статус не має права брехати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E9F3EE"/>
          </a:solidFill>
          <a:ln w="1905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 оновлюється лише на реальних викликах, а cache-hit у ланцюг не заходить: після інциденту плитка може показувати «down» довше, ніж триває проблема.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Статус, прибитий цвяхом до «ok», — не спрощення, а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 важливіший за снапшот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8404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3968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22452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534924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49554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— це нормально: SLI, SLO, бюджет помилок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578608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578608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578608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74136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374136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374136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15968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4439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4700016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— на те, що відчуває користувач. «Uptime 99.9%» — марна обіцянка: сервіс живий і роздає заглушки. Робочий SLI — частка звернень зі змістовною відповіддю.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62356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76986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лог його поки не порахує: заглушка деградації пише той самий 503 — потрібна колонка-ознака.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— це прохання прокинутися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на кожну помилку. Окремі 5xx і таймаути — нормальний фон недетермінованої системи на чужій інфраструктурі: спрацьовування на відхилення, витримане в часі.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Мітки — тільки осяжні: модель, маршрут, категорія помилки.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Таксономія помилок: категорія визначає дію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вичерпані ліміти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timeout інструмента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відмова guardrail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Трейс і спани: коли одного request_id мало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крок усередині: виклик моделі, інструмент, guardrail — зі своїм початком, тривалістю і статусом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3EE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Ідентифікатор народжується на вході, передається у все, що ви кличете, і стоїть у кожному рядку лога — включно з невдалими спробами. Дописати його потім — це переписати всі логи, які вже накопичилися.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Стрімінг змінює самі метрики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 першого токена, повна генерація, час до останнього байта — мірити треба перший і третій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9E9E8"/>
          </a:solidFill>
          <a:ln/>
        </p:spPr>
      </p:sp>
      <p:sp>
        <p:nvSpPr>
          <p:cNvPr id="14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5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стрім почався з 200 і обірвався на середині: для HTTP усе гаразд, для користувача — зламано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Мисліть latency_ms і status як «характеристику завершення відповіді», а не як код HTTP. Тоді стрімінг стане розширенням лога, а не його переписуванням.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не має бути в лозі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 досить: довжина, токени, finish_reason, спрацювання guardrail, які інструменти кликали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5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9E9E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ви залогували, ви тепер зобов'язані захищати. Лог — не блокнот, а база даних із тим самим режимом доступу, що й інші ваші дані.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продукті чи індустріальний стек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2026-08-10T18:29:05Z</dcterms:created>
  <dcterms:modified xsi:type="dcterms:W3CDTF">2026-08-10T18:29:05Z</dcterms:modified>
</cp:coreProperties>
</file>