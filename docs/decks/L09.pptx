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46227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найневдаліших: у хвості живуть скарги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8211312" y="2585923"/>
            <a:ext cx="327355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для найгіршого відсотка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57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813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968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22452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4924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9554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78608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78608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78608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74136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374136"/>
            <a:ext cx="3761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374136"/>
            <a:ext cx="664037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15968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700016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2356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76986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2026-08-16T10:48:36Z</dcterms:created>
  <dcterms:modified xsi:type="dcterms:W3CDTF">2026-08-16T10:48:36Z</dcterms:modified>
</cp:coreProperties>
</file>