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745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092708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уроків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поповз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30407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35780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536948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049012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536948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076895" y="2820347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278063" y="3003227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790127" y="2975795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278063" y="3506147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30407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2743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54696" y="186537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54696" y="2121408"/>
            <a:ext cx="35570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786384" y="4937760"/>
            <a:ext cx="10625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345643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(урок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431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568756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5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Text 1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1" name="Text 118"/>
          <p:cNvSpPr/>
          <p:nvPr/>
        </p:nvSpPr>
        <p:spPr>
          <a:xfrm>
            <a:off x="786384" y="536752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2" name="Shape 119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3" name="Text 120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1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2460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345692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33628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35780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536948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49012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36948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39100" y="178308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240268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752332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40268" y="246888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останнього уроку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32460" y="393192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32460" y="5303520"/>
            <a:ext cx="109270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4498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Мітки — тільки осяжні. User_id живе в лозі, не в метриках.</a:t>
            </a:r>
            <a:endParaRPr lang="en-US" sz="13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2048256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kern="0" spc="10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651504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629072" y="4672584"/>
            <a:ext cx="10864936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651504" cy="2103120"/>
          </a:xfrm>
          <a:prstGeom prst="roundRect">
            <a:avLst>
              <a:gd name="adj" fmla="val 521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68172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862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2702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першого уроку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Наступного уроку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endParaRPr lang="en-US" sz="12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наступного уроку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Наступний урок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2343</Words>
  <Application>Microsoft Office PowerPoint</Application>
  <PresentationFormat>Widescreen</PresentationFormat>
  <Paragraphs>455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Arial</vt:lpstr>
      <vt:lpstr>Calibri</vt:lpstr>
      <vt:lpstr>Courier New</vt:lpstr>
      <vt:lpstr>Montserrat</vt:lpstr>
      <vt:lpstr>Unbounded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Taras Fedorenko</cp:lastModifiedBy>
  <cp:revision>2</cp:revision>
  <dcterms:created xsi:type="dcterms:W3CDTF">2026-08-19T12:47:02Z</dcterms:created>
  <dcterms:modified xsi:type="dcterms:W3CDTF">2026-08-20T15:33:31Z</dcterms:modified>
</cp:coreProperties>
</file>