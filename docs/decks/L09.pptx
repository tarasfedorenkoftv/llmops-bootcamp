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9" name="Shape 26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2" name="Shape 29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3" name="Shape 30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8" name="Shape 35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9" name="Shape 36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0" name="Shape 37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1" name="Shape 38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2" name="Shape 39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B8A5A"/>
            </a:solidFill>
            <a:prstDash val="dash"/>
          </a:ln>
        </p:spPr>
      </p:sp>
      <p:sp>
        <p:nvSpPr>
          <p:cNvPr id="43" name="Text 40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C62A2A"/>
            </a:solidFill>
            <a:prstDash val="dash"/>
          </a:ln>
        </p:spPr>
      </p:sp>
      <p:sp>
        <p:nvSpPr>
          <p:cNvPr id="45" name="Text 42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BE9E9"/>
          </a:solidFill>
          <a:ln/>
        </p:spPr>
      </p:sp>
      <p:sp>
        <p:nvSpPr>
          <p:cNvPr id="48" name="Text 4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3" name="Shape 20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4" name="Shape 21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5" name="Shape 22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6" name="Shape 23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7" name="Shape 24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8" name="Shape 25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Shape 26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2" name="Shape 29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3" name="Shape 30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4" name="Shape 31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5" name="Shape 32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6" name="Shape 33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7" name="Shape 34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8" name="Shape 35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9" name="Shape 36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1" name="Shape 38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2" name="Shape 39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3" name="Shape 40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4" name="Shape 41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6" name="Shape 43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7" name="Shape 44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8" name="Shape 45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9F4EF"/>
          </a:solidFill>
          <a:ln/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8F0E2"/>
          </a:solidFill>
          <a:ln/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FEAFE"/>
          </a:solidFill>
          <a:ln/>
        </p:spPr>
      </p:sp>
      <p:sp>
        <p:nvSpPr>
          <p:cNvPr id="24" name="Text 21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111318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111318"/>
          </a:solidFill>
          <a:ln/>
        </p:spPr>
      </p:sp>
      <p:sp>
        <p:nvSpPr>
          <p:cNvPr id="30" name="Text 27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111318"/>
          </a:solidFill>
          <a:ln/>
        </p:spPr>
      </p:sp>
      <p:sp>
        <p:nvSpPr>
          <p:cNvPr id="32" name="Text 29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2026-08-16T12:16:02Z</dcterms:created>
  <dcterms:modified xsi:type="dcterms:W3CDTF">2026-08-16T12:16:02Z</dcterms:modified>
</cp:coreProperties>
</file>