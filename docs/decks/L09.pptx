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Тренд, а не поточне значення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поточне значення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Поточне значення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Text 1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1" name="Text 118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2" name="Shape 119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3" name="Text 120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2026-08-18T16:45:54Z</dcterms:created>
  <dcterms:modified xsi:type="dcterms:W3CDTF">2026-08-18T16:45:54Z</dcterms:modified>
</cp:coreProperties>
</file>