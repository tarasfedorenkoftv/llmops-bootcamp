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Тренд, а не поточне значення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змістився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7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1243584" y="51846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311896" y="186537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311896" y="2121408"/>
            <a:ext cx="30998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49808" y="4754880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50" name="Text 47"/>
          <p:cNvSpPr/>
          <p:nvPr/>
        </p:nvSpPr>
        <p:spPr>
          <a:xfrm>
            <a:off x="749808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1243584" y="4937760"/>
            <a:ext cx="10168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4" name="Text 51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5595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559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431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68756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поточне значення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Поточне значення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21" name="Text 118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2" name="Text 119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3" name="Text 120"/>
          <p:cNvSpPr/>
          <p:nvPr/>
        </p:nvSpPr>
        <p:spPr>
          <a:xfrm>
            <a:off x="1243584" y="5367528"/>
            <a:ext cx="10168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4" name="Shape 121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5" name="Text 122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439369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3936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4059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431596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427939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279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43584" y="4014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43584" y="427024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· всі плитки живі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266176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39328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339328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9387840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460992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9460992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$0.42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10509504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582656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10582656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1.8 s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8266176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339328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8339328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1.4%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9387840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460992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60992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31%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10509504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582656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50" name="Text 47"/>
          <p:cNvSpPr/>
          <p:nvPr/>
        </p:nvSpPr>
        <p:spPr>
          <a:xfrm>
            <a:off x="10582656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Shape 49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2026-09-02T11:29:01Z</dcterms:created>
  <dcterms:modified xsi:type="dcterms:W3CDTF">2026-09-02T11:29:01Z</dcterms:modified>
</cp:coreProperties>
</file>