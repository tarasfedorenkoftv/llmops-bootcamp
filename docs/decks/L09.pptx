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8F72E6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3FCF8E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FF6B6B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6180F"/>
          </a:solidFill>
          <a:ln w="1905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A98B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A98BFF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B1A38"/>
          </a:solidFill>
          <a:ln w="1905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3" name="Shape 20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4" name="Shape 21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5" name="Shape 22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6" name="Shape 23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7" name="Shape 24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29" name="Shape 26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2" name="Shape 29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3" name="Shape 30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4" name="Shape 31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5" name="Shape 32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6" name="Shape 33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7" name="Shape 34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8" name="Shape 35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39" name="Shape 36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1" name="Shape 38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2" name="Shape 39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3" name="Shape 40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4" name="Shape 41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6" name="Shape 43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7" name="Shape 44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6BA0F8"/>
          </a:solidFill>
          <a:ln/>
        </p:spPr>
      </p:sp>
      <p:sp>
        <p:nvSpPr>
          <p:cNvPr id="48" name="Shape 45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06180F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1A0B3D"/>
          </a:solidFill>
          <a:ln/>
        </p:spPr>
      </p:sp>
      <p:sp>
        <p:nvSpPr>
          <p:cNvPr id="24" name="Text 21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06180F"/>
          </a:solidFill>
          <a:ln/>
        </p:spPr>
      </p:sp>
      <p:sp>
        <p:nvSpPr>
          <p:cNvPr id="26" name="Text 23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29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2026-08-17T08:18:44Z</dcterms:created>
  <dcterms:modified xsi:type="dcterms:W3CDTF">2026-08-17T08:18:44Z</dcterms:modified>
</cp:coreProperties>
</file>