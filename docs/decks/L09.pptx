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те, чим LLMOps відрізняється від просто 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механізми чотирьох тижнів працюють — але поки ви бачите їх лише в коді.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Колонка, записана в момент події, — майбутній GROUP BY, який коштує нуль. Колонка, про яку згадали через місяць, — місяць даних, яких уже не буде.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Захочете зріз по тенантах — додайте tenant_id у лог-рядок у момент запиту; по фічах — feature; по операторах approvals — хто підтвердив.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46227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найневдаліших: у хвості живуть скарги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821131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для найгіршого відсотка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57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813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latency: вона згладить і сплеск таймаутів, і деградацію провайдера — ви дізнаєтесь зі скарг, а алерт не спрацює. Алерти й SLO — на перцентилі.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пам'ятайте: перцентилі не усереднюються. Середнє від p95 двох годин — не p95 за дві години; рахувати треба по сирих даних.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2064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48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0468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викликах, а cache-hit у ланцюг не заходить: після інциденту плитка може показувати «down» довше, ніж триває проблема.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цвяхом до «ok», — не спрощення, а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968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22452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4924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9554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78608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78608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78608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74136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374136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374136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15968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700016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користувач. «Uptime 99.9%» — марна обіцянка: сервіс живий і роздає заглушки. Робочий SLI — частка звернень зі змістовною відповіддю.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235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76986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деградації пише той самий 503 — потрібна колонка-ознака.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помилку. Окремі 5xx і таймаути — нормальний фон недетермінованої системи на чужій інфраструктурі: спрацьовування на відхилення, витримане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осяжні: модель, маршрут, категорія помилки.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 моделі, інструмент, guardrail — зі своїм початком, тривалістю і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вході, передається у все, що ви кличете, і стоїть у кожному рядку лога — включно з невдалими спробами. Дописати його потім — це переписати всі логи, які вже накопичилися.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 — мірити треба перший і третій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 на середині: для HTTP усе гаразд, для користувача — зламано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Мисліть latency_ms і status як «характеристику завершення відповіді», а не як код HTTP. Тоді стрімінг стане розширенням лога, а не його переписуванням.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спрацювання guardrail, які інструменти кликали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ви залогували, ви тепер зобов'язані захищати. Лог — не блокнот, а база даних із тим самим режимом доступу, що й інші ваші дані.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2026-08-11T20:37:41Z</dcterms:created>
  <dcterms:modified xsi:type="dcterms:W3CDTF">2026-08-11T20:37:41Z</dcterms:modified>
</cp:coreProperties>
</file>