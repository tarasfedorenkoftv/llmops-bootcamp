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LLM-систем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6" name="Shape 23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31" name="Text 28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4" name="Shape 31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35" name="Text 32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8A857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18" name="Shape 15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2" name="Shape 19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4" name="Shape 21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5" name="Shape 22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6" name="Shape 23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8" name="Shape 25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9" name="Shape 26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1" name="Shape 28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2" name="Shape 29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3" name="Shape 30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4" name="Shape 31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5" name="Shape 32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6" name="Shape 33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7" name="Shape 34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8" name="Shape 35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9" name="Shape 36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40" name="Shape 37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41" name="Shape 38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42" name="Shape 39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5FD6A0"/>
            </a:solidFill>
            <a:prstDash val="dash"/>
          </a:ln>
        </p:spPr>
      </p:sp>
      <p:sp>
        <p:nvSpPr>
          <p:cNvPr id="43" name="Text 40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FF7B7B"/>
            </a:solidFill>
            <a:prstDash val="dash"/>
          </a:ln>
        </p:spPr>
      </p:sp>
      <p:sp>
        <p:nvSpPr>
          <p:cNvPr id="45" name="Text 42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2E1418"/>
          </a:solidFill>
          <a:ln/>
        </p:spPr>
      </p:sp>
      <p:sp>
        <p:nvSpPr>
          <p:cNvPr id="48" name="Text 4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786384" y="4937760"/>
            <a:ext cx="10625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1" name="Text 48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2A201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102A20"/>
          </a:solidFill>
          <a:ln w="19050">
            <a:solidFill>
              <a:srgbClr val="5FD6A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12" name="Text 9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2A2010"/>
          </a:solidFill>
          <a:ln w="19050">
            <a:solidFill>
              <a:srgbClr val="E8A8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3" name="Shape 20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4" name="Shape 21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5" name="Shape 22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6" name="Shape 23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7" name="Shape 24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8" name="Shape 25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9" name="Shape 26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0" name="Shape 27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2" name="Shape 29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3" name="Shape 30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4" name="Shape 31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5" name="Shape 32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6" name="Shape 33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7" name="Shape 34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8" name="Shape 35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9" name="Shape 36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1" name="Shape 38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2" name="Shape 39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3" name="Shape 40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4" name="Shape 41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5" name="Shape 42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6" name="Shape 43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7" name="Shape 44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8" name="Shape 45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1" name="Text 48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9" name="Shape 16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1" name="Shape 18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3" name="Shape 20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4" name="Shape 21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5" name="Shape 22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6" name="Shape 23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8" name="Shape 25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9" name="Shape 26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0" name="Shape 27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1" name="Shape 28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2" name="Shape 29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4" name="Shape 31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5" name="Shape 32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6" name="Shape 33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7" name="Shape 34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8" name="Shape 35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9" name="Shape 36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0" name="Shape 37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1" name="Shape 38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2" name="Shape 39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3" name="Shape 40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4" name="Shape 41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5" name="Shape 42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6" name="Shape 43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7" name="Shape 44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8" name="Shape 45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9" name="Shape 46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0" name="Shape 47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1" name="Shape 48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2" name="Shape 49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3" name="Shape 50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4" name="Shape 51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5" name="Shape 52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6" name="Shape 53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7" name="Shape 54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8" name="Shape 55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9" name="Shape 56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0" name="Shape 57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1" name="Shape 58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2" name="Shape 59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3" name="Shape 60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4" name="Shape 61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5" name="Shape 62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6" name="Shape 63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7" name="Shape 64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8" name="Shape 65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9" name="Shape 66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0" name="Shape 67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1" name="Shape 68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2" name="Shape 69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3" name="Shape 70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4" name="Shape 71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5" name="Shape 72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6" name="Shape 73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7" name="Shape 74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8" name="Shape 75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9" name="Shape 76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0" name="Shape 77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1" name="Shape 78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2" name="Shape 79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3" name="Shape 80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4" name="Shape 81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5" name="Shape 82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6" name="Shape 83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7" name="Shape 84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8" name="Shape 85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9" name="Shape 86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0" name="Shape 87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1" name="Shape 88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2" name="Shape 89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3" name="Shape 90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4" name="Shape 91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5" name="Shape 92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6" name="Shape 93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7" name="Shape 94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8" name="Shape 95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9" name="Shape 96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0" name="Shape 97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1" name="Shape 98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2" name="Shape 99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5" name="Shape 102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2" name="Shape 109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16" name="Text 113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7" name="Text 114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8" name="Shape 115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102A20"/>
          </a:solidFill>
          <a:ln/>
        </p:spPr>
      </p:sp>
      <p:sp>
        <p:nvSpPr>
          <p:cNvPr id="119" name="Text 116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0" name="Text 117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1" name="Shape 118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2A2010"/>
          </a:solidFill>
          <a:ln/>
        </p:spPr>
      </p:sp>
      <p:sp>
        <p:nvSpPr>
          <p:cNvPr id="122" name="Text 119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8A857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02A20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2E1418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1C1140"/>
          </a:solidFill>
          <a:ln/>
        </p:spPr>
      </p:sp>
      <p:sp>
        <p:nvSpPr>
          <p:cNvPr id="24" name="Text 21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5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Text 29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2E1418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2A201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2026-08-16T15:58:30Z</dcterms:created>
  <dcterms:modified xsi:type="dcterms:W3CDTF">2026-08-16T15:58:30Z</dcterms:modified>
</cp:coreProperties>
</file>