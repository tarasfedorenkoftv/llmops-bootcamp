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Observability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LLM-систем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Тренд, а не поточне значення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Shape 20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1" name="Shape 38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2" name="Shape 39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44" name="Text 41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B3261E"/>
            </a:solidFill>
            <a:prstDash val="dash"/>
          </a:ln>
        </p:spPr>
      </p:sp>
      <p:sp>
        <p:nvSpPr>
          <p:cNvPr id="46" name="Text 43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786384" y="4937760"/>
            <a:ext cx="10625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431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68756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Тренд важливіший за поточне значення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4" name="Shape 21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5" name="Shape 22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6" name="Shape 23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7" name="Shape 24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8" name="Shape 25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9" name="Shape 26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0" name="Shape 27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3" name="Shape 30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4" name="Shape 31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5" name="Shape 32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6" name="Shape 33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7" name="Shape 34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9" name="Shape 36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0" name="Shape 37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2" name="Shape 39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3" name="Shape 40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4" name="Shape 41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5" name="Shape 42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6" name="Shape 43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7" name="Shape 44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8" name="Shape 45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9" name="Shape 46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Поточне значення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9" name="Shape 16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0" name="Shape 17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2" name="Shape 19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3" name="Shape 20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5" name="Shape 22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8" name="Shape 25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9" name="Shape 26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1" name="Shape 28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2" name="Shape 29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3" name="Shape 30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4" name="Shape 31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5" name="Shape 32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6" name="Shape 33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8" name="Shape 35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9" name="Shape 36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1" name="Shape 38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2" name="Shape 39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3" name="Shape 40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4" name="Shape 41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5" name="Shape 42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6" name="Shape 43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7" name="Shape 44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8" name="Shape 45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9" name="Shape 46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0" name="Shape 47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1" name="Shape 48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2" name="Shape 49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3" name="Shape 50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4" name="Shape 51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5" name="Shape 52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6" name="Shape 53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7" name="Shape 54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8" name="Shape 55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9" name="Shape 56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0" name="Shape 57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1" name="Shape 58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2" name="Shape 59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3" name="Shape 60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4" name="Shape 61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5" name="Shape 62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6" name="Shape 63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7" name="Shape 64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8" name="Shape 65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9" name="Shape 66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0" name="Shape 67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1" name="Shape 68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2" name="Shape 69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3" name="Shape 70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4" name="Shape 71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5" name="Shape 72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6" name="Shape 73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7" name="Shape 74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8" name="Shape 75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9" name="Shape 76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0" name="Shape 77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1" name="Shape 78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2" name="Shape 79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3" name="Shape 80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4" name="Shape 81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5" name="Shape 82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6" name="Shape 83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7" name="Shape 84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8" name="Shape 85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9" name="Shape 86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0" name="Shape 87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1" name="Shape 88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2" name="Shape 89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3" name="Shape 90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4" name="Shape 91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5" name="Shape 92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6" name="Shape 93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7" name="Shape 94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8" name="Shape 95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9" name="Shape 96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0" name="Shape 97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1" name="Shape 98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2" name="Shape 99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2" name="Shape 109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6" name="Shape 113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7" name="Text 114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8" name="Text 115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9" name="Shape 116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20" name="Text 1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1" name="Text 118"/>
          <p:cNvSpPr/>
          <p:nvPr/>
        </p:nvSpPr>
        <p:spPr>
          <a:xfrm>
            <a:off x="786384" y="536752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2" name="Shape 119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3" name="Text 120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2026-08-17T15:38:51Z</dcterms:created>
  <dcterms:modified xsi:type="dcterms:W3CDTF">2026-08-17T15:38:51Z</dcterms:modified>
</cp:coreProperties>
</file>