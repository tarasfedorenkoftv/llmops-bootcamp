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Тем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(Тема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останньої теми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936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059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1596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7939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79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27024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всі плитки живі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66176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339328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387840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460992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9460992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509504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82656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582656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6176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39328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39328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387840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60992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60992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0509504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582656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0582656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Shape 4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першої теми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У наступній темі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наступної теми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Наступна тема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2026-09-07T21:54:40Z</dcterms:created>
  <dcterms:modified xsi:type="dcterms:W3CDTF">2026-09-07T21:54:40Z</dcterms:modified>
</cp:coreProperties>
</file>