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Фінал: LLMOps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4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5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один сценарій наскрізь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3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7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48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2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4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6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8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0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2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4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6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— сценарій, а не есе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Симптом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видно?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Підтвердити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робити?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Переконатися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KPI-мова: за що дають бюджет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+ degradation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mini/strong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eval-гейт у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HITL-черга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 для своєї команди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сигналом, а не за модою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починати з 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Черга approvals у базі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система через рік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 — надбудови, які не ламають контур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2026-08-10T18:29:05Z</dcterms:created>
  <dcterms:modified xsi:type="dcterms:W3CDTF">2026-08-10T18:29:05Z</dcterms:modified>
</cp:coreProperties>
</file>