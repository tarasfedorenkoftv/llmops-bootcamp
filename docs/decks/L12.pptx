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дванадцятому, фінальному уроці курсу. Шість тижнів тому у вас було три рядки коду і чотири питання без відповідей — гроші, надійність, якість, видимість. Сьогодні у вас production-контур: routing, cost-облік, кеш, інструменти з HITL, fallback із деградацією, guardrail на межі, повна спостережуваність і eval-гейт у CI. Цей урок не додає жодної нової фічі — і це свідомо. Системами не користуються, ними володіють, і різниця проявляється у два моменти: коли щось ламається — руки знають ранбук чи гуглять? — і коли треба захистити бюджет — є KPI-мова чи тільки терміни? Обидва моменти настануть, тому сьогодні готуємось саме до них. Три вміння на сьогодні: прогнати все наскрізь із чистого клону, відпрацювати інцидент за ранбуком і розповісти про систему через наслідки, а не технології. Починаємо фінал.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фінального уроку — діями, як завжди. Після сьогоднішнього заняття ви зможете: прогнати свою систему наскрізь із чистого клону — docker compose up --build і повний сценарій без підглядань у нотатки; відпрацювати інцидент за ранбуком — виявити, підтвердити по плитках, дати автоматиці спрацювати і переконатися, що відпустило; зафіксувати таймлайн інциденту у форматі постмортема — механізмами, а не прізвищами; перекласти кожну плитку консолі KPI-мовою — що це число означає для грошей, користувачів і ризику; скласти 30-day rollout для своєї команди — лог, реєстр, evals, гейт, по шару на тиждень; і обрати наступний шар складності за виміряним сигналом із власних метрик, а не за модою. Кожен пункт сьогодні перевіряється руками у фінальній лабі — а перші чотири ще й лягають у ДЗ тижня, яке і є вашим зібраним капстоуном.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фіналу такий. Спершу — де ми опинилися: від трьох рядків коду до контуру, і три вміння, які відрізняють «зробив курсовий» від «володію системою». Далі точка Б — наскрізний сценарій, де кожна ланка відсилає до конкретного уроку: зручна самодіагностика перед фінальним ДЗ. Потім найбільший блок — incident runbook: формат із чотирьох тактів, правило контрольного питання і живий інцидент із таймлайном — ваш перший постмортем із нульовими ставками. Друга половина — про життя після курсу: KPI-мова, за яку дають бюджет; 30-day rollout для вашої команди; опційно — зовнішні дашборди; сигнали, за якими додається наступний шар; що станеться з системою через рік і що свідомо лишилося за дужками. Завершуємо фінальною лабою — прогін, інцидент, KPI-огляд, свій план — і антипатернами фіналу.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Operating model — спосіб експлуатувати систему: хто що робить, коли і за яким сценарієм; саме це відрізняє зібраний проєкт від системи, якою володіють. Runbook — сценарій дій при відомому симптомі: чотири такти — симптом, підтвердити, дія, переконатися. Постмортем — розбір інциденту після: що сталося, що спрацювало, що змінюємо; про механізми, а не про винних. KPI-мова — переклад інженерних фактів у наслідки для грошей, користувачів і ризику. Rollout-план — порядок, у якому практики переносяться у вашу команду. І dry-run — режим, у якому автоматика проходить повний цикл, але замість дій пише звіт «що я б зробила». Далі кожне побачимо в роботі.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Шість тижнів тому у вас було три рядки коду, які викликають модель, — і чотири питання без відповідей: гроші, надійність, якість, видимість. Сьогодні у вас production-контур: routing, cost-облік, кеш, інструменти з HITL, fallback із деградацією — і circuit breaker для тих, хто пішов у опційну доріжку, — мінімальний guardrail на межі з маскуванням PII, повна спостережуваність, eval-гейт у CI. Це і був план — точка Б з першого уроку, до якої ми йшли по шару на урок. Фінальний урок — про три вміння, які відрізняють «зробив курсовий проєкт» від «володію системою». Перше: прогнати все наскрізь — упевнено, відтворювано, з чистого клону, без «зараз, тут треба ще одну змінну». Друге: відпрацювати інцидент за ранбуком — виявити, деградувати, відновити, зафіксувати. Третє: розповісти про систему через наслідки для грошей, користувачів і ризику, а не через список технологій. Чому це не «зайвий» урок: системами не користуються — ними володіють. Різниця проявляється, коли щось ламається і коли треба захистити бюджет. Обидва моменти настануть — готуємось сьогодні.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Ось повний шлях, який має проходити ваша система — без зупинок і підглядань у нотатки. Питання приходить у чат, routing обирає модель, кеш або віддає готове, або пропускає далі; відповідь повертається разом із версією промпта, все лягає в лог, а консоль показує долари, p95 і cache-hit. Друга гілка — складніші сценарії: «поверніть гроші» створює заявку в /approvals, approve перетворює її на тікет; __fail_503 запускає fallback, заглушку і відновлення; PR з промптом проходить гейт. Кожна ланка цього ланцюга — конкретний урок курсу: registry — урок 2, routing — 3, вартість — 4, кеш — 5, інструменти — 6, fallback — 7, HITL — 8, консоль — 9, evals — 10, гейт — 11. Це зручна самодіагностика перед фінальним ДЗ: пройдіть сценарій і відмітьте, де спіткнулися, — номер уроку обчислюється автоматично. Ще є час підтягнути. І згадайте картинку з першої лаби: той самий екран, але консоль показує «—», а __fail_503 кладе розмову без плану Б. Точка А і точка Б — буквально два скріншоти одного інтерфейсу. Різниця — не в UI і не в моделі: різниця — це контур керування, який ви написали власноруч. Потримайте обидва скріншоти поруч — це найчесніший підсумок шести тижнів.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Артефакт цього блоку — INCIDENT_RUNBOOK.md у корені вашого проєкту; в еталоні тижня він уже лежить як приклад. Головна його якість не в змісті, а у форматі. Runbook — це не опис архітектури і не роздуми про надійність. Це сценарій із чотирьох тактів на кожен симптом. Симптом: що видно? Скарги «бот вибачається», error rate росте. Підтвердити: яка плитка, який лог? На /observability fallback_events росте, у лозі — статуси 503. Дія: що робити? І тут найцікавіше — нічого руками: fallback і деградація вже працюють, треба стежити. Переконатися: як зрозуміти, що відпустило? Нове питання, якого не може бути в кеші, відповідає; fallback перестав рости. Зверніть увагу на третій такт: у добре збудованій системі найчастіша «дія» під час інциденту — переконатися, що автоматика відпрацювала, і не заважати. Руки потрібні там, де автоматики немає: rollback поганого промпта однією командою з уроку 2, вимкнення фічі, комунікація. І принцип, який вартий окремого запам'ятовування: runbook, який жодного разу не проганяли руками, — це література, а не інструмент. Цінність створюється не написанням, а прогоном: саме там з'ясовується, що плитка називається інакше, команда вимагає інших прав, а «очевидний» крок неочевидний о третій ночі.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навчальний інцидент повністю відтворюваний — mock падає на замовлення, і це остання суперсила, якою ми користуємось. Дивіться на таймлайн. 10:00 — норма: «Як скинути пароль?» дає нормальну відповідь. 10:02 — інцидент: __fail_503, спроби провайдера падають, користувач бачить ввічливу заглушку, а не 500; на /observability ростуть fallback_events і error rate. 10:05, для опційної доріжки: circuit відкрився, запити не чекають таймаутів, half-open пробує провайдера кожні приблизно п'ять секунд. 10:08 — відновлення: нове питання, якого немає в кеші, дає нормальну відповідь — питання з 10:00 уже в кеші і «зеленіє» навіть під час збою; fallback перестав рости, інцидент закритий. 10:09 — гігієна: скинути кеш, якщо в період збою могли записатися заглушки, — обіцянка з уроку 5, виконуємо. Фіксуйте таймлайн так, як робили б у постмортемі: коли почалося, як виявили, що бачив користувач, коли відпустило. На нашому «інциденті» це виглядає грою — але саме ця гра ставить руки; формат реального постмортема нічим не відрізняється, лише цифри більші і нервів більше. І два питання, які перетворюють хроніку на постмортем. «Що ми зробимо, щоб це не повторилося?» — відповіддю має бути механізм або кейс у датасеті, а не «будемо уважнішими». І «як ми дізналися про інцидент?» — якщо відповідь «зі скарг», у спостережуваності діра: інцидент такого класу має спершу з'являтися на консолі.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«Ми використовуємо circuit breaker з half-open probe» — нікому поза командою не цікаво. Це чесна, точна і абсолютно марна фраза для розмови з тими, хто вирішує про бюджет. Перекладаємо кожну плитку консолі бізнес-мовою. Fallback з деградацією — падіння провайдера користувач не помічає. Cache-hit тридцять відсотків — третина запитів безкоштовні й миттєві. Routing mini/strong — дорога модель дістається тільки складним задачам, вартість запиту керована. Eval-гейт у CI — регресія якості фізично не потрапляє в прод. HITL-черга — жодна незворотна дія не виконується без людини. Вартість і бюджет на консолі — витрати видно сьогодні, а не в рахунку через місяць. Сила цих формулювань у тому, що кожне підкріплене артефактом: плиткою консолі, історією CI, чергою approvals. Розповідаючи — показуйте: «падіння не помічає — ось графік інциденту без єдиної 500-ки». Твердження з доказом коштує вдесятеро дорожче за твердження з ентузіазмом. З практики скажу: рішення, які найлегше захищати, — ті, у яких є артефакт-доказ. «Ми зробили HITL-гейт» звучить як витрата; «жодна незворотна дія не виконується без людини, ось черга підтверджень і журнал відхилених» — як керований ризик. Найшвидше «так» отримували другі формулювання — вони перевіряються на екрані за десять секунд. Для «трьох хвилин людині без інженерного бекграунду» структура проста: одне речення проблеми, три-чотири наслідки з таблиці, один живий доказ на екрані. Технічні деталі — тільки у відповідь на питання: хто спитав про circuit breaker, той готовий його почути.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Найчастіше питання після курсу: з чого почати у своєму проєкті, де вже є LLM-виклики і немає нічого навколо них? Реалістичний план на місяць. Тиждень перший: unified logging плюс вартість — один лог-рядок на запит, cost із usage. Найшвидший видимий ефект: уже за тиждень ви вперше знаєте, скільки що коштує. Критерій «зроблено»: будь-яке операційне питання про гроші закривається SQL-запитом. Тиждень другий: реєстр промптів — промпти з коду в реєстр, версія в лог; rollback за секунди замість археології. Критерій: відкат займає секунди і лишає слід. Тиждень третій: evals на критичні сценарії — десять-п'ятнадцять кейсів на те, що страшно зламати. Критерій: зламаний промпт робить прогін червоним відтворювано. Тиждень четвертий: гейт у CI — exit code вже є, лишилося повісити на PR і ввімкнути required check. Критерій: червоний прогін блокує merge, і в історії CI є доказ. Помітьте: це той самий порядок, яким ішов курс, — і він не випадковий: без лога нема вартості, без реєстру нема чистого відкату, без evals нема гейта. Спокуса «впровадимо все одразу» закінчується тим, що не впроваджено нічого. З практики: на реальній агентній платформі шари з'являлися рівно в цій послідовності — ніхто не планував її як методику, вона просто єдина, що працює. На заперечення «немає часу» — арифметика: перший тиждень самоокупний. Лог і вартість — один-два дні роботи, після яких з'являється цифра «скільки коштує наша LLM-фіча», а вона майже завжди знаходить економію, що покриває решту плану.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Опційна надбудова фінального тижня — індустріальна вітрина. Ідея: сервіс віддає свої лічильники у стандартному текстовому форматі на GET /metrics, а стек Prometheus плюс Grafana — його ви піднімаєте поруч самі, advanced-профіль compose дає Redis, дашборди в нього свідомо не зашиті — збирає їх за розкладом і малює графіки з історією, алертами і всім звичним арсеналом. Коли це варте зусиль: коли сервісів стає більше одного, коли потрібні алерти з маршрутизацією на чергового, коли тренди хочеться зберігати місяцями. Зверніть увагу: самі дані не змінюються — ті самі лічильники, той самий лог; міняється лише вітрина. Це пряме продовження принципу з уроку 9: налагодьте джерело, а вітрин може бути скільки завгодно. Якщо беретеся — почніть з експорту трьох цифр: requests, fallback, cache-hit — і одного графіка. Повний дашборд виростає ітераціями, а не проєктом на квартал.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Курс дав вісім механізмів і показав приблизно стільки ж опційних. Найчастіше питання після фіналу — що з цього ставити першим у себе. Відповідь «усе» не працює: кожен механізм має ціну в складності, і додавати його варто за сигналом із ваших же метрик. Semantic cache — коли точний кеш дає низький hit ratio, а в лозі багато різних формулювань того самого питання; не ставте його «бо звучить розумно» — він дорожчий і ризикує віддати відповідь на схоже, але інше питання. Circuit breaker — коли збої провайдера тривають хвилинами і кожен запит чекає таймаут; при поодиноких 5xx ретраїв із паузою достатньо. LLM-as-judge — коли rule-based кейси вже не ловлять «формально правильно, а по суті погано»; не починайте з judge — він дорогий, недетермінований і сам потребує перевірки. Модель-класифікатор у роутері — коли словник маркерів розповзся по мовах і правки стали регулярними; на двох класах правила дешевші й прозоріші. Індустріальний стек метрик — коли питання пішли за межі однієї системи. А черга approvals у базі — навпаки: не чекайте сигналу, це робиться відразу, урок 8. Принцип: механізм додається під виміряну проблему. Перевірка проста: якщо не можете назвати метрику, яка після впровадження мусить змінитися, — ви не знаєте, чого хочете від механізму. А коли метрика названа — маєте критерій «спрацювало / ні» і право відкотити складність, яка не окупилася. Єдиний виняток — речі, чия відсутність коштує незворотно: durability черги підтверджень, відсутність секретів у коді, ліміт витрат у кабінеті провайдера. Тут сигналом буде вже наслідок.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Курс закінчується на працюючому контурі, але системи не стоять на місці — і всі три напрямки, куди вона поїде, передбачувані. Перше: модель під вами зміниться. Провайдер оновить снапшот, виведе старий з обігу, змінить прайс або ліміти — це не гіпотеза, це графік. Що робить контур: снапшот запінений з уроку 3, тож зміна не приїде сама; перехід на новий — це PR через eval-гейт з уроку 11, тобто деградацію ви побачите до користувачів. Без цих двох речей оновлення провайдера виглядає як «бот раптом почав дурити», і зв'язок із причиною не встановлюється ніколи. Друге: промптів стане більше — під різні маршрути, мови, типи звернень, разом зі схемами інструментів і кейсами. Правило вже у вас є: усе, що впливає на поведінку, лежить у реєстрі з версіями, а не в коді, і зміна пари «промпт + механізм» їде одним релізом. Системи, де промпти розповзлися по коду і документах, потім збирають назад окремим проєктом — він нікому не подобається. Третє: трафік виросте, і вартість виросте нелінійно — не тому, що запитів більше, а тому, що контексти довшають, а довший контекст оплачується в кожному виклику. Захист: облік по зверненню з уроку 4, бюджет із алертом і кеш із метрикою з уроку 5. Найчастіший сюрприз у рахунку — тихе зростання середньої довжини промпта, якого ніхто не міряв. І принцип передачі: система, яку не можна передати іншій людині, не готова. Мінімальний комплект — рівно те, що ви зробили за курс: README, runbook, реєстр, golden dataset, CI-гейт. Якщо новий інженер за пів дня піднімає систему, ламає її навмисно і бачить червоний гейт — контур переданий. Якщо для цього потрібні ви — передана залежність від вас.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Чесний список того, що ми свідомо лишили за дужками — і що тепер, з контуром у руках, береться як надбудова, а не з нуля. Multi-turn діалог і streaming: історія розмови і її вартість, потік токенів, time-to-first-token. RAG — пошук по базі знань як джерело фактів; окремий капстоун сам по собі. Semantic cache — опційна доріжка уроку 5 є, за межами лишився продакшн-рівень: eviction, метрики схожості, окреме сховище. Canary в коді — план з уроку 11, доведений до механізму. Реальний хмарний деплой, autoscaling, мультитенантність — свідомо поза курсом: у нас локальний runtime і план rollout. Secrets і ротація ключів: у курсі ключ живе тільки в gateway, і для одного контуру цього достатньо; далі — сховище секретів, ротація без рестарту, окремі ключі на середовище і тенанта; сигнал — другий провайдер або другий контур. Quota і rate limiting: курс розбирає 429 від провайдера — наступний крок власні ліміти для клієнтів, будується на тому самому unified log; сигнал — перший зовнішній споживач. Fine-tuning: 80 відсотків операційних проблем вирішуються контуром керування, а не вагами; коли варто — стабільний домен, великий трафік, доведена межа промпта; і тоді fine-tuning стає ще одним версіонованим артефактом у тому самому реєстрі і гейті. Спільна риса всіх пунктів: жоден не вимагає переробляти контур. Лог прийме нові поля, роутер — нові критерії, evals — нові кейси, гейт не зміниться взагалі. Саме це і було метою: не набір фіч, а операційна модель, яка витримує ріст. Порада на перший крок: перш ніж додавати нове, підключіть реальний ключ до того, що є, і поживіть тиждень на живій моделі — зрозумієте, який пункт списку вам насправді потрібен першим.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Послідовність із чотирьох кадрів. Перший: чистий клон репозиторію і docker compose up --build — єдиний чесний тест збірки. Другий: повний наскрізний сценарій з блоку 02 — від питання в чаті до гейта, без зупинок і підглядань. Третій: інцидент за ранбуком — серія __fail_503, консоль показує зростання fallback і error rate, користувач бачить заглушку, потім відновлення; таймлайн фіксується, як у постмортемі. Четвертий: KPI-проходка по плитках консолі — кожне число перекладається бізнес-мовою: гроші, користувачі, ризик. Навіщо це все: довести володіння, а не наявність фіч. Збірка відтворювана, інцидент відпрацьовується руками за сценарієм, кожна плитка пояснюється наслідками — це і є різниця між «зробив курсовий» і «володію системою». [Ведучому: сценарій рунбука (rb1/rb2/rb3) не містить ескалації — на KPI-проходці плитка /cost покаже $0.0000 (уся вартість mock сидить у mock-strong), тому перед кадром KPI зробити один ескалаційний запит: «поверніть гроші, терміново». Docker-образи мають бути в кеші, build прогнати ДО запису — інакше пів-хронометражу підуть на прогрес-бари; монтажні точки — на очікуваннях. Контрольне питання кадру «відновлення» НЕ має бути тим, що вже ставилося: воно в кеші і зеленіє навіть при відкритому breaker'і — брати нове питання або скинути кеш перед кадром. Прогін evals лишає pending-заявку в /approvals — перед кадром черги чистий стан через docker compose down -v. Тримати поруч скріншот «точки А» з уроку 1 — фінальне порівняння двох скріншотів.]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Фінальна лабораторна — чотири обов'язкові кроки і один опційний. Крок перший: повний прогін. Чистий клон свого репозиторію, docker compose up --build, наскрізний сценарій з блоку 02. Без підглядань: де спіткнулися — там і доопрацювання. Крок другий: інцидент за ранбуком. Серія __fail_503, на консолі fallback і error rate ростуть, користувач бачить заглушку; потім відновлення і підтвердження нормальної роботи. Зафіксуйте таймлайн, як у постмортемі: коли почалося, як виявили, що бачив користувач, коли відпустило. Крок третій: KPI-огляд. Кожну плитку консолі перекладіть бізнес-мовою — що це число означає для грошей, користувачів, ризику. П'ять хвилин, які варті більше за годину технічних деталей. Крок четвертий: свій 30-day план. Начерк для власної команди: що переносите першим і чому. Це не формальність — це найкорисніший артефакт для вашого наступного робочого тижня, і він же ляже в README-розділ ДЗ. І опційний п'ятий: /metrics — експортувати лічильники у Prometheus-форматі і підняти дашборд поверх advanced-профілю. [Ведучому: контрольне питання відновлення на кроці 2 — нове або зі скинутим кешем; для живої плитки вартості перед KPI-оглядом — один ескалаційний запит.]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збірка відтворювана. Система піднялася з чистого клону і пройшла наскрізний сценарій — а «чистий клон» це єдиний чесний тест збірки: ментор побачить рівно те, що побачить чистий клон, і демо працює не лише на машині автора. Друге: інцидент — керована процедура, а не паніка. Автоматика відпрацювала сама — fallback, деградація, відновлення; руки за ранбуком лише підтвердили симптом по плитках, переконалися новим питанням і зафіксували таймлайн. Це і є формат постмортема — сьогодні він відпрацьований там, де ставки нульові. Третє: система пояснюється наслідками. Кожна плитка консолі перекладається на гроші, користувачів і ризик, і кожне твердження підкріплене артефактом на екрані — а твердження з доказом коштує вдесятеро дорожче за твердження з ентузіазмом. Разом ці три картинки — і є те «володіння системою», про яке ми говорили на початку: точка Б досягнута, і ви вмієте нею користуватися, лагодити її і захищати її бюджет.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останнього ДЗ — чесна перевірка обов'язкової доріжки, без оцінок. Чотири пункти. Система піднімається з чистого клону і проходить наскрізний сценарій — не «на моїй машині працює», а саме з чистого клону. Інцидент відпрацьований за ранбуком, з таймлайном — не прочитаний, а програний руками. Можу за три хвилини пояснити систему людині без інженерного бекграунду — одне речення проблеми, три-чотири наслідки, один живий доказ. І є начерк 30-day rollout для своєї команди — що переносите першим і чому. Ці чотири пункти — це не просто чек-лист уроку: це рівно те, що перевіряє фінальне ДЗ, ваш зібраний капстоун. Де завагалися — туди і повертайтеся: блок 02 підкаже номер уроку для повторення. Питання —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способи змазати фінал — усі спостерігалися в реальних капстоунах. Перший: демо, яке працює лише на машині автора. «Чистий клон» — єдиний чесний тест збірки; ментор побачить рівно те, що побачить чистий клон, — жодна локальна змінна, жоден незакомічений файл вас не врятує. Другий: runbook написаний, але не програний. Це література, а не інструмент — прогін дає половину цінності, бо саме на прогоні з'ясовується, що плитка називається інакше і команда вимагає інших прав. Третій: розповідь списком технологій замість списку наслідків. Технології — ваша кухня; наслідки для грошей, користувачів і ризику — спільна мова з тими, хто вирішує про бюджет. Четвертий: «впровадимо все одразу» у своїй команді. Місяць по шару на тиждень б'є квартал грандіозного плану — кожен шар спирається на попередній, і спокуса зробити все одразу закінчується тим, що не зроблено нічого.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Останнє ДЗ, і воно ж ваш зібраний капстоун — ДЗ тижня 6: CI-гейт плюс інцидент. Критерії приймання коротко. CI-гейт увімкнений, і в історії Actions видно червоний прогін — регресію — і зелений — фікс. Інцидент-демо з командами відтворення лежить в INCIDENT_RUNBOOK.md, з посиланням із README. README-розділ «30-day rollout» — чотири конкретні кроки перенесення практик у свою команду: це головний transfer-артефакт курсу, і начерк у вас уже є з сьогоднішньої лаби. І система збирається docker compose up --build з чистого клону, всі плитки консолі живі. Повні критерії — у файлі ДЗ тижня. Опційно, без оцінювання: canary-план — розподіл трафіку 90 на 10 між версіями промпта і метрики для promote або rollback; і /metrics із зовнішнім дашбордом поверх advanced-профілю. Це фінальна здача: після неї ваш капстоун — повний production-контур із доказами в CI, ранбуком і планом перенесення в реальну команду.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 курс. Точка Б досягнута: той самий екран, той самий mock — різниця між «—» у плитках і живою консоллю лише в контурі керування, який ви написали власноруч. Runbook — це сценарій з чотирьох тактів, і його цінність створюється прогоном, а не написанням. Постмортем розбирає механізми, а не людей: відповідь на «щоб не повторилося» — кейс у датасеті або механізм. Бюджет дають за наслідки з артефактом-доказом, а не за список технологій. І нові шари додаються за виміряним сигналом, а перенесення практик у команду йде по шару на тиждень: лог, реєстр, evals, гейт. Наступний крок — завершити капстоун: ДЗ тижня 6 і є фінальна здача. А далі система у ваших руках: додавайте реальний ключ, підключайте справжніх провайдерів, тягніть практики в робочі проєкти. Контур, який ви збудували, — не навчальний макет, а зменшена копія того, як LLM-системи експлуатують у проді; різниця тільки в масштабі. Механізми переживуть інструменти: рішення — код, кожен виклик лишає слід, якість — число з порогом, незворотне проходить через людину. Дякую за курс — і хай ваші фолбеки ніколи не знадобляться. Але будуть готові.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Фінал: LLMOps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5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0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5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3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9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5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8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39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41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4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5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8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49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1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3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5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7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9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1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3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5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7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0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2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0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3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2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10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1783080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783080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660904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2660904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660904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538728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FEAFE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538728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538728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416552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416552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4548226" y="4416552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541324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579729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4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10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4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4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6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2026-08-15T07:48:35Z</dcterms:created>
  <dcterms:modified xsi:type="dcterms:W3CDTF">2026-08-15T07:48:35Z</dcterms:modified>
</cp:coreProperties>
</file>