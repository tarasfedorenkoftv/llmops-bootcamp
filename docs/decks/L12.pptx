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5313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91856" y="3429000"/>
            <a:ext cx="3639312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7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5603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32841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8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2918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зміниться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запінений — зміна не приїде сама; перехід на нову — PR через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Промптів стане більше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впливає на поведінку, — у реєстрі з версіями, одним релізом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7" y="1828800"/>
            <a:ext cx="3623767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виросте нелінійно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контексти довшають — облік по зверненню, бюджет з алертом, кеш із метрикою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1764</Words>
  <Application>Microsoft Office PowerPoint</Application>
  <PresentationFormat>Widescreen</PresentationFormat>
  <Paragraphs>381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Taras Fedorenko</cp:lastModifiedBy>
  <cp:revision>2</cp:revision>
  <dcterms:created xsi:type="dcterms:W3CDTF">2026-08-19T12:47:03Z</dcterms:created>
  <dcterms:modified xsi:type="dcterms:W3CDTF">2026-08-20T15:36:02Z</dcterms:modified>
</cp:coreProperties>
</file>