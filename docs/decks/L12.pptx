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47594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759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4714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472744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4184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5504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4851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851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9875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11704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 · урок 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669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66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98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498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2707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439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23439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8648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9380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9380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766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498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2707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3439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23439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8648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9380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9380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5532120" y="4114800"/>
            <a:ext cx="1097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41" name="Shape 38"/>
          <p:cNvSpPr/>
          <p:nvPr/>
        </p:nvSpPr>
        <p:spPr>
          <a:xfrm>
            <a:off x="67391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8671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3" name="Shape 40"/>
          <p:cNvSpPr/>
          <p:nvPr/>
        </p:nvSpPr>
        <p:spPr>
          <a:xfrm>
            <a:off x="70134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1597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45" name="Text 42"/>
          <p:cNvSpPr/>
          <p:nvPr/>
        </p:nvSpPr>
        <p:spPr>
          <a:xfrm>
            <a:off x="73426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 · урок 12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7391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488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9220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69220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84429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161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5161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100370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1102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101102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8488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9220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9220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59" name="Shape 56"/>
          <p:cNvSpPr/>
          <p:nvPr/>
        </p:nvSpPr>
        <p:spPr>
          <a:xfrm>
            <a:off x="84429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5161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5161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100370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1102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101102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566928" y="6016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консоль, ті самі плитки — і жодного «—». Це і є різниця, яку ви зробили за шість тижнів.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2026-09-02T11:29:01Z</dcterms:created>
  <dcterms:modified xsi:type="dcterms:W3CDTF">2026-09-02T11:29:01Z</dcterms:modified>
</cp:coreProperties>
</file>