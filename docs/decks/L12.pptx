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Фінал: LLMOps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model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52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4" name="Shape 52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трьох рядків до контуру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Тоді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CEBFB"/>
          </a:solidFill>
          <a:ln/>
        </p:spPr>
      </p:sp>
      <p:sp>
        <p:nvSpPr>
          <p:cNvPr id="14" name="Shape 12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CEBFB"/>
          </a:solidFill>
          <a:ln/>
        </p:spPr>
      </p:sp>
      <p:sp>
        <p:nvSpPr>
          <p:cNvPr id="24" name="Shape 22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5" name="Text 23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Б: один сценарій наскрізь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CEBFB"/>
          </a:solidFill>
          <a:ln/>
        </p:spPr>
      </p:sp>
      <p:sp>
        <p:nvSpPr>
          <p:cNvPr id="12" name="Text 10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7" name="Shape 25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28" name="Text 26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3" name="Shape 31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34" name="Text 32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7" name="Shape 35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38" name="Text 36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9E9E8"/>
          </a:solidFill>
          <a:ln/>
        </p:spPr>
      </p:sp>
      <p:sp>
        <p:nvSpPr>
          <p:cNvPr id="40" name="Text 38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43" name="Shape 41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44" name="Text 42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47" name="Shape 45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48" name="Text 46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50" name="Text 48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52" name="Text 50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54" name="Text 52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56" name="Text 54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58" name="Text 56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60" name="Text 58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62" name="Text 60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64" name="Text 62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66" name="Text 64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— сценарій, а не есе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Симптом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видно?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Підтвердити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Дія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робити?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Переконатися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Найчастіша «дія» у добре збудованій системі — не робити нічого руками: механізми вже відпрацювали, лишається стежити.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Такт «Переконатися» перевіряють новим питанням: старе вже в кеші й «зеленіє» навіть під час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наживо: таймлайн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2" name="Text 10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5" name="Text 13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9E9E8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86384" y="472744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KPI-мова: за що дають бюджет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fallback + degradation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cache-hit 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 mini/strong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eval-гейт у CI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HITL-черга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8F0E2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564184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rollout для своєї команди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60904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660904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660904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538728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538728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538728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416552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416552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48226" y="4416552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541324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5412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579729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 і зовнішні дашборди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8" name="Text 16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шар — за сигналом, а не за модою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cache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Circuit breaker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LLM-as-judge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починати з judge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Черга approvals у базі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55504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Куди поїде система через рік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CEBFB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Більше автономності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агентні сценарії — і та сама межа: незворотне через людину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CEBFB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Більше провайдерів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контур; змінюється лише список імен у конфізі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CEBFB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Більше вимог ззовні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аудит, регуляції — і ваш лог уже містить те, що спитають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3EE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43616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межами курсу — надбудови, які не ламають контур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CEBFB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кроки + опційний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Порівняйте з точкою А з уроку 1: та сама консоль, ті самі плитки — і жодного «—». Це і є різниця, яку ви зробили за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піднімається з чистого клону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проведу інцидент за рунбуком без імпровізації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 кожну плитку мовою наслідків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мій 30-day план записаний із критеріями «зроблено»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фіналу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2026-08-10T19:13:47Z</dcterms:created>
  <dcterms:modified xsi:type="dcterms:W3CDTF">2026-08-10T19:13:47Z</dcterms:modified>
</cp:coreProperties>
</file>