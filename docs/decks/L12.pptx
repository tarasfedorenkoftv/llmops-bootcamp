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Фінал: LLMOps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operating model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Від трьох рядків до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Точка Б: один сценарій наскрізь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5" name="Text 32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9" name="Text 36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4" name="Shape 41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5" name="Text 42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8" name="Shape 45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9" name="Text 46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Runbook — сценарій, а не есе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Симптом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видно?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Підтвердити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робити?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Переконатися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Найчастіша «дія» у добре збудованій системі — не робити нічого руками.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 «Переконатися» перевіряють новим питанням: старе вже в кеші.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Інцидент наживо: таймлайн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3" name="Text 10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6" name="Text 13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72744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KPI-мова: за що дають бюджет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 + degradation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30%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routing mini/strong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eval-гейт у CI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HITL-черга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64184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30-day rollout для своєї команди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7802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78024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78024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72968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72968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72968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86791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867912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867912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Т1 · лог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08152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20954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44728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50215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Т2 · реєстр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96188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08990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32764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38251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Т3 · evals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884224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897026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920800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26287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Т4 · гейт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66928" y="537667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76072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/metrics і зовнішні дашборди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Наступний шар — за сигналом, а не за модою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Semantic cache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Circuit breaker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LLM-as-judge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починати з 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Черга approvals у базі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5504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поїде система через рік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автономності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агентні сценарії — і та сама межа: незворотне через людину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провайдерів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контур; змінюється лише список імен у конфізі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вимог ззовні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аудит, регуляції — і ваш лог уже містить те, що спитають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 межами курсу — надбудови, які не ламають контур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фіналу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Порівняйте з точкою А з уроку 1: та сама консоль, ті самі плитки — і жодного «—». Це і є різниця, яку ви зробили за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піднімається з чистого клону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проведу інцидент за рунбуком без імпровізації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кожну плитку мовою наслідків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30-day план записаний із критеріями «зроблено»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фіналу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2026-08-18T16:10:24Z</dcterms:created>
  <dcterms:modified xsi:type="dcterms:W3CDTF">2026-08-18T16:10:24Z</dcterms:modified>
</cp:coreProperties>
</file>