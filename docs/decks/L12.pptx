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Фінал: LLMOps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operating model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3" name="Shape 30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34" name="Text 31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7" name="Shape 34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38" name="Text 35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40" name="Text 37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3" name="Shape 40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44" name="Text 41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/>
        </p:spPr>
      </p:sp>
      <p:sp>
        <p:nvSpPr>
          <p:cNvPr id="50" name="Text 47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/>
        </p:spPr>
      </p:sp>
      <p:sp>
        <p:nvSpPr>
          <p:cNvPr id="52" name="Text 49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/>
        </p:spPr>
      </p:sp>
      <p:sp>
        <p:nvSpPr>
          <p:cNvPr id="54" name="Text 51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/>
        </p:spPr>
      </p:sp>
      <p:sp>
        <p:nvSpPr>
          <p:cNvPr id="56" name="Text 53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/>
        </p:spPr>
      </p:sp>
      <p:sp>
        <p:nvSpPr>
          <p:cNvPr id="58" name="Text 55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/>
        </p:spPr>
      </p:sp>
      <p:sp>
        <p:nvSpPr>
          <p:cNvPr id="60" name="Text 57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/>
        </p:spPr>
      </p:sp>
      <p:sp>
        <p:nvSpPr>
          <p:cNvPr id="62" name="Text 59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3" name="Shape 60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/>
        </p:spPr>
      </p:sp>
      <p:sp>
        <p:nvSpPr>
          <p:cNvPr id="64" name="Text 61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/>
        </p:spPr>
      </p:sp>
      <p:sp>
        <p:nvSpPr>
          <p:cNvPr id="66" name="Text 63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7" name="Shape 6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руками: механізми вже відпрацювали, лишається стежити.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8F0E2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 й «зеленіє» навіть під час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C9B8F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2" name="Text 9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5" name="Text 12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8F0E2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60904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660904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60904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538728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538728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538728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416552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416552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416552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41324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79729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8" name="Text 15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2026-08-11T18:36:54Z</dcterms:created>
  <dcterms:modified xsi:type="dcterms:W3CDTF">2026-08-11T18:36:54Z</dcterms:modified>
</cp:coreProperties>
</file>