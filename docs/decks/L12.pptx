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Фінал: LLMOps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operating model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19" name="Shape 16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24" name="Shape 21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3" name="Shape 30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34" name="Text 31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7" name="Shape 34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38" name="Text 35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/>
        </p:spPr>
      </p:sp>
      <p:sp>
        <p:nvSpPr>
          <p:cNvPr id="40" name="Text 37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3" name="Shape 40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44" name="Text 41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48" name="Text 45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50" name="Text 47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52" name="Text 49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54" name="Text 51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56" name="Text 53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58" name="Text 55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60" name="Text 57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62" name="Text 59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3" name="Shape 60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64" name="Text 61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66" name="Text 63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7" name="Shape 64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8F0E2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C9B8F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2" name="Text 9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5" name="Text 12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BE9E9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8F0E2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60904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660904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60904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538728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538728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538728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416552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416552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4416552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41324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79729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8" name="Text 15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автономності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агентні сценарії — і та сама межа: незворотне через людину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провайдерів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контур; змінюється лише список імен у конфізі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вимог ззовні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аудит, регуляції — і ваш лог уже містить те, що спитають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2026-08-16T10:48:37Z</dcterms:created>
  <dcterms:modified xsi:type="dcterms:W3CDTF">2026-08-16T10:48:37Z</dcterms:modified>
</cp:coreProperties>
</file>