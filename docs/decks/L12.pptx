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Фінал: LLMOps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model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3" name="Shape 30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A2010"/>
          </a:solidFill>
          <a:ln/>
        </p:spPr>
      </p:sp>
      <p:sp>
        <p:nvSpPr>
          <p:cNvPr id="34" name="Text 31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7" name="Shape 34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38" name="Text 35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40" name="Text 37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3" name="Shape 40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A2010"/>
          </a:solidFill>
          <a:ln/>
        </p:spPr>
      </p:sp>
      <p:sp>
        <p:nvSpPr>
          <p:cNvPr id="44" name="Text 41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0" name="Text 47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2" name="Text 49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4" name="Text 51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6" name="Text 53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8" name="Text 55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0" name="Text 57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2" name="Text 59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4" name="Text 61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6" name="Text 63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2A2010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9B7B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2" name="Text 9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5" name="Text 12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2E1418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2A201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C1140"/>
          </a:solidFill>
          <a:ln/>
        </p:spPr>
      </p:sp>
      <p:sp>
        <p:nvSpPr>
          <p:cNvPr id="28" name="Text 25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02A20"/>
          </a:solidFill>
          <a:ln/>
        </p:spPr>
      </p:sp>
      <p:sp>
        <p:nvSpPr>
          <p:cNvPr id="32" name="Text 29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102A2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2026-08-16T15:39:53Z</dcterms:created>
  <dcterms:modified xsi:type="dcterms:W3CDTF">2026-08-16T15:39:53Z</dcterms:modified>
</cp:coreProperties>
</file>