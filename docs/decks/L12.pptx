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Фінал: LLMOps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model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трьох рядків до контуру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Тоді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14" name="Shape 12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24" name="Shape 22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5" name="Text 23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Б: один сценарій наскрізь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CEBFB"/>
          </a:solidFill>
          <a:ln/>
        </p:spPr>
      </p:sp>
      <p:sp>
        <p:nvSpPr>
          <p:cNvPr id="12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3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34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7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38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9E9E8"/>
          </a:solidFill>
          <a:ln/>
        </p:spPr>
      </p:sp>
      <p:sp>
        <p:nvSpPr>
          <p:cNvPr id="40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43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44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47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48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0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2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4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6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58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60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62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64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CEBFB"/>
          </a:solidFill>
          <a:ln/>
        </p:spPr>
      </p:sp>
      <p:sp>
        <p:nvSpPr>
          <p:cNvPr id="66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— сценарій, а не есе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Симптом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видно?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Підтвердити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Дія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робити?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Переконатися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Найчастіша «дія» у добре збудованій системі — не робити нічого руками: механізми вже відпрацювали, лишається стежити.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Такт «Переконатися» перевіряють новим питанням: старе вже в кеші й «зеленіє» навіть під час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наживо: таймлайн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2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5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9E9E8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KPI-мова: за що дають бюджет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 + degradation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cache-hit 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 mini/strong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eval-гейт у CI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HITL-черга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8F0E2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rollout для своєї команди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60904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660904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60904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538728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538728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538728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416552"/>
            <a:ext cx="11064240" cy="749808"/>
          </a:xfrm>
          <a:prstGeom prst="roundRect">
            <a:avLst>
              <a:gd name="adj" fmla="val 12195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416552"/>
            <a:ext cx="376184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48226" y="4416552"/>
            <a:ext cx="664037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41324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79729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 і зовнішні дашборди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8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шар — за сигналом, а не за модою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cache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 breaker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LLM-as-judge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починати з judge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772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Черга approvals у базі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E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Куди поїде система через рік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межами курсу — надбудови, які не ламають контур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CEBFB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кроки +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піднімається з чистого клону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проведу інцидент за рунбуком без імпровізації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 кожну плитку мовою наслідків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мій 30-day план записаний із критеріями «зроблено»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фіналу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12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2026-08-10T16:10:52Z</dcterms:created>
  <dcterms:modified xsi:type="dcterms:W3CDTF">2026-08-10T16:10:52Z</dcterms:modified>
</cp:coreProperties>
</file>