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ТЕМА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конкретна тема: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47594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7594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44714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472744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4184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3766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376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5504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зміниться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запінений — зміна не приїде сама; перехід на нову — PR через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Промптів стане більше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впливає на поведінку, — у реєстрі з версіями, одним релізом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виросте нелінійно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контексти довшають — облік по зверненню, бюджет з алертом, кеш із метрикою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4851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851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43584" y="41056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243584" y="436168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11480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4944" y="423367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1248" y="423367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987552" y="423367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1170432" y="4114800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 · Тема 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66928" y="4425696"/>
            <a:ext cx="489204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6656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9808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749808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270760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343912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2343912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864864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938016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938016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76656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49808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49808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270760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343912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2343912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3864864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938016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3938016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5532120" y="4114800"/>
            <a:ext cx="1097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41" name="Shape 38"/>
          <p:cNvSpPr/>
          <p:nvPr/>
        </p:nvSpPr>
        <p:spPr>
          <a:xfrm>
            <a:off x="6739128" y="411480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867144" y="423367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43" name="Shape 40"/>
          <p:cNvSpPr/>
          <p:nvPr/>
        </p:nvSpPr>
        <p:spPr>
          <a:xfrm>
            <a:off x="7013448" y="423367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44" name="Shape 41"/>
          <p:cNvSpPr/>
          <p:nvPr/>
        </p:nvSpPr>
        <p:spPr>
          <a:xfrm>
            <a:off x="7159752" y="423367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45" name="Text 42"/>
          <p:cNvSpPr/>
          <p:nvPr/>
        </p:nvSpPr>
        <p:spPr>
          <a:xfrm>
            <a:off x="7342632" y="4114800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 · Тема 12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6739128" y="4425696"/>
            <a:ext cx="489204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48856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922008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6922008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8442960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516112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8516112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$0.42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10037064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110216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10110216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 s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6848856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922008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58" name="Text 55"/>
          <p:cNvSpPr/>
          <p:nvPr/>
        </p:nvSpPr>
        <p:spPr>
          <a:xfrm>
            <a:off x="6922008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1.4%</a:t>
            </a:r>
            <a:endParaRPr lang="en-US" sz="1300" dirty="0"/>
          </a:p>
        </p:txBody>
      </p:sp>
      <p:sp>
        <p:nvSpPr>
          <p:cNvPr id="59" name="Shape 56"/>
          <p:cNvSpPr/>
          <p:nvPr/>
        </p:nvSpPr>
        <p:spPr>
          <a:xfrm>
            <a:off x="8442960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516112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516112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31%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10037064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110216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64" name="Text 61"/>
          <p:cNvSpPr/>
          <p:nvPr/>
        </p:nvSpPr>
        <p:spPr>
          <a:xfrm>
            <a:off x="10110216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566928" y="60167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консоль, ті самі плитки — і жодного «—». Це і є різниця, яку Ви зробили за шість тижнів.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2026-09-07T21:54:41Z</dcterms:created>
  <dcterms:modified xsi:type="dcterms:W3CDTF">2026-09-07T21:54:41Z</dcterms:modified>
</cp:coreProperties>
</file>