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ТЕМА 12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Фінал: LLMOps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operating model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389888" y="2240280"/>
            <a:ext cx="941832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07592" y="215798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0" name="Text 7"/>
          <p:cNvSpPr/>
          <p:nvPr/>
        </p:nvSpPr>
        <p:spPr>
          <a:xfrm>
            <a:off x="704088" y="1673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тоді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21208" y="24231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+ 4 питання без відповідей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877312" y="215798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2273808" y="1673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2090928" y="24231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· реєстр промптів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47032" y="215798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3843528" y="1673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660648" y="24231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016752" y="215798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413248" y="1673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230368" y="24231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· tools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586472" y="215798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6982968" y="1673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00088" y="24231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· guardrail · HITL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156192" y="215798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552688" y="1673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369808" y="24231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· evals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0725912" y="215798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8" name="Text 25"/>
          <p:cNvSpPr/>
          <p:nvPr/>
        </p:nvSpPr>
        <p:spPr>
          <a:xfrm>
            <a:off x="10122408" y="16733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9939528" y="24231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→ контур керування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31" name="Shape 28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39" name="Text 36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41" name="Shape 38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2" name="Text 39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44" name="Text 41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5" name="Text 32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5" name="Text 42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8" name="Shape 45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49" name="Text 46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конкретна тема: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0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6" name="Text 13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9808" y="475945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47594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43584" y="44714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243584" y="4727448"/>
            <a:ext cx="101681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53858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641848"/>
            <a:ext cx="10168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3766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3766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5294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55040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зміниться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 запінений — зміна не приїде сама; перехід на нову — PR через eval-гейт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Промптів стане більше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впливає на поведінку, — у реєстрі з версіями, одним релізом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виросте нелінійно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контексти довшають — облік по зверненню, бюджет з алертом, кеш із метрикою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оновив снапшот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08152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PR: нова версія моделі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344728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не приїде сама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96188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08990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32764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38251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eval-гейт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327648" y="42519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→ не мержиться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8842248" y="395935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8970264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08008" y="370332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262872" y="370332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деплой без сюрпризу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566928" y="475488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41" name="Text 38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1243584" y="48828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1243584" y="5138928"/>
            <a:ext cx="101681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перевірте себе · антипатерни фіналу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114800"/>
            <a:ext cx="4892040" cy="1828800"/>
          </a:xfrm>
          <a:prstGeom prst="roundRect">
            <a:avLst>
              <a:gd name="adj" fmla="val 4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94944" y="423367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1248" y="423367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987552" y="423367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1170432" y="4114800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 · Тема 1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66928" y="4425696"/>
            <a:ext cx="489204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76656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9808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749808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2270760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343912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2343912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3864864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938016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3938016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676656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49808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49808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2270760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2343912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2343912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3864864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938016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3938016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5532120" y="4114800"/>
            <a:ext cx="1097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41" name="Shape 38"/>
          <p:cNvSpPr/>
          <p:nvPr/>
        </p:nvSpPr>
        <p:spPr>
          <a:xfrm>
            <a:off x="6739128" y="4114800"/>
            <a:ext cx="4892040" cy="1828800"/>
          </a:xfrm>
          <a:prstGeom prst="roundRect">
            <a:avLst>
              <a:gd name="adj" fmla="val 4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867144" y="423367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43" name="Shape 40"/>
          <p:cNvSpPr/>
          <p:nvPr/>
        </p:nvSpPr>
        <p:spPr>
          <a:xfrm>
            <a:off x="7013448" y="423367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44" name="Shape 41"/>
          <p:cNvSpPr/>
          <p:nvPr/>
        </p:nvSpPr>
        <p:spPr>
          <a:xfrm>
            <a:off x="7159752" y="423367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45" name="Text 42"/>
          <p:cNvSpPr/>
          <p:nvPr/>
        </p:nvSpPr>
        <p:spPr>
          <a:xfrm>
            <a:off x="7342632" y="4114800"/>
            <a:ext cx="4178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 · Тема 12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6739128" y="4425696"/>
            <a:ext cx="489204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848856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922008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6922008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8442960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516112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8516112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$0.42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10037064" y="4517136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10110216" y="4553712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10110216" y="4728545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1.8 s</a:t>
            </a:r>
            <a:endParaRPr lang="en-US" sz="1300" dirty="0"/>
          </a:p>
        </p:txBody>
      </p:sp>
      <p:sp>
        <p:nvSpPr>
          <p:cNvPr id="56" name="Shape 53"/>
          <p:cNvSpPr/>
          <p:nvPr/>
        </p:nvSpPr>
        <p:spPr>
          <a:xfrm>
            <a:off x="6848856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922008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58" name="Text 55"/>
          <p:cNvSpPr/>
          <p:nvPr/>
        </p:nvSpPr>
        <p:spPr>
          <a:xfrm>
            <a:off x="6922008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1.4%</a:t>
            </a:r>
            <a:endParaRPr lang="en-US" sz="1300" dirty="0"/>
          </a:p>
        </p:txBody>
      </p:sp>
      <p:sp>
        <p:nvSpPr>
          <p:cNvPr id="59" name="Shape 56"/>
          <p:cNvSpPr/>
          <p:nvPr/>
        </p:nvSpPr>
        <p:spPr>
          <a:xfrm>
            <a:off x="8442960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516112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61" name="Text 58"/>
          <p:cNvSpPr/>
          <p:nvPr/>
        </p:nvSpPr>
        <p:spPr>
          <a:xfrm>
            <a:off x="8516112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31%</a:t>
            </a:r>
            <a:endParaRPr lang="en-US" sz="1300" dirty="0"/>
          </a:p>
        </p:txBody>
      </p:sp>
      <p:sp>
        <p:nvSpPr>
          <p:cNvPr id="62" name="Shape 59"/>
          <p:cNvSpPr/>
          <p:nvPr/>
        </p:nvSpPr>
        <p:spPr>
          <a:xfrm>
            <a:off x="10037064" y="5230368"/>
            <a:ext cx="1484376" cy="621792"/>
          </a:xfrm>
          <a:prstGeom prst="roundRect">
            <a:avLst>
              <a:gd name="adj" fmla="val 7353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110216" y="5266944"/>
            <a:ext cx="1338072" cy="161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64" name="Text 61"/>
          <p:cNvSpPr/>
          <p:nvPr/>
        </p:nvSpPr>
        <p:spPr>
          <a:xfrm>
            <a:off x="10110216" y="5441777"/>
            <a:ext cx="1338072" cy="360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566928" y="60167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консоль, ті самі плитки — і жодного «—». Це і є різниця, яку Ви зробили за шість тижнів.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Перевірте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2026-09-08T17:14:06Z</dcterms:created>
  <dcterms:modified xsi:type="dcterms:W3CDTF">2026-09-08T17:14:06Z</dcterms:modified>
</cp:coreProperties>
</file>