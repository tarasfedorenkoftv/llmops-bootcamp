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A2010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2A201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32" name="Text 29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102A2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2026-08-16T16:28:39Z</dcterms:created>
  <dcterms:modified xsi:type="dcterms:W3CDTF">2026-08-16T16:28:39Z</dcterms:modified>
</cp:coreProperties>
</file>