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47594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7594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44714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472744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4184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3766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376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5504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зміниться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запінений — зміна не приїде сама; перехід на нову — PR через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Промптів стане більше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впливає на поведінку, — у реєстрі з версіями, одним релізом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виросте нелінійно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контексти довшають — облік по зверненню, бюджет з алертом, кеш із метрикою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4851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851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1056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6168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2026-09-02T11:10:51Z</dcterms:created>
  <dcterms:modified xsi:type="dcterms:W3CDTF">2026-09-02T11:10:51Z</dcterms:modified>
</cp:coreProperties>
</file>