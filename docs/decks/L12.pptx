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5313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Фінал: LLMOps</a:t>
            </a:r>
            <a:endParaRPr lang="en-US" sz="3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operating model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09270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5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91856" y="3429000"/>
            <a:ext cx="3639312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5" name="Text 32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4" name="Shape 41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5" name="Text 42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8" name="Shape 45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9" name="Text 46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7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256032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3" name="Text 10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6" name="Text 13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3328416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92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8" name="Text 7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7802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78024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78024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7296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72968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72968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86791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867912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867912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Т1 · лог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08152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20954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44728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50215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Т2 · реєстр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96188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08990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32764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38251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Т3 · evals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84224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897026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920800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26287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Т4 · гейт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66928" y="537667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76072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32918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7" y="1828800"/>
            <a:ext cx="3623767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24712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фіналу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1764</Words>
  <Application>Microsoft Office PowerPoint</Application>
  <PresentationFormat>Widescreen</PresentationFormat>
  <Paragraphs>381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Calibri</vt:lpstr>
      <vt:lpstr>Courier New</vt:lpstr>
      <vt:lpstr>Montserrat</vt:lpstr>
      <vt:lpstr>Unbounded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Taras Fedorenko</cp:lastModifiedBy>
  <cp:revision>2</cp:revision>
  <dcterms:created xsi:type="dcterms:W3CDTF">2026-08-19T12:47:03Z</dcterms:created>
  <dcterms:modified xsi:type="dcterms:W3CDTF">2026-08-20T15:36:02Z</dcterms:modified>
</cp:coreProperties>
</file>