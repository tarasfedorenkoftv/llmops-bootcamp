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«Ну, кеш же є, значить економимо». Скільки? На яких запитах? Чи не віддаємо застаріле після зміни промпта? Без цифр кеш — талісман, а не механізм.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з'являються разом із кешем: в один урок і в один діф. Кеш без метрики — віра, а не інженерія.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можна — а що заборонено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детермінована (завжди відповідаємо так) і не-персональна: «Як скинути пароль?», «Які у вас тарифи?»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кеш прибирає виклик цілком. Кеш префікса у провайдера (урок 4) здешевлює виклик зсередини. Вони складаються.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це контракт коректності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нової версії — кеш далі віддає відповіді старої. Дзеркально і підступніше: rollback полагодив регресію, а користувачі ще годину бачать стару поведінку.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→ інвалідація автоматична: змінили версію — старі записи стали недосяжними самі.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рішення про еквівалентність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коду: виклик моделі стає гілкою miss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що цей код мовчить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ratio: що рахуємо і що з цим робимо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і метрика — разом; вітрина — коли з'явиться шар вітрини: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 ніж вмикати кеш — витягніть із лога топ повторюваних питань. Топ-10 це 60% трафіку? Окупиться першого ж дня.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метрики кешу — і межі здорової цифри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hit 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Кеш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шар є, ефекту немає: або питання справді унікальні, або ключ надто чутливий до формулювання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рекордна цифра буває куплена ціною застарілих або чужих відповідей: перевірте, що саме потрапляє в кеш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кешувати» — теж інженерне рішення, і ухвалюється воно тими самими цифрами, що й «кешувати». Метрика без розуміння меж — та сама віра, просто з цифрою.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систему — і це двосічно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невдала відповідь роздається всім до кінця TTL: без кешу вона випадкова, з кешем — систематична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 перед записом: відповідь дійшла нормально, не заглушка деградації, не відмова фільтра безпеки, не порожня. Сьогодні це status == 200.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Скидання кешу — операційна процедура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Свіжість: віддати старе — і оновити у фоні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miss'а — секунди очікування і реальні гроші, а «застаріла» інструкція не псується за годину. Виграш: hit ratio росте, p95 не стрибає.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пароль» може жити добу; статус замовлення — не має права жити й хвилини. TTL — властивість класу запиту, а не налаштування кеша.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і драбина сховищ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cache: коли точного збігу мало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2026-08-10T18:29:04Z</dcterms:created>
  <dcterms:modified xsi:type="dcterms:W3CDTF">2026-08-10T18:29:04Z</dcterms:modified>
</cp:coreProperties>
</file>