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Кешування: точний кеш,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і semantic cache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66928" y="325526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однакових питань за день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66928" y="351129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2670048" y="3583716"/>
            <a:ext cx="4297680" cy="257495"/>
          </a:xfrm>
          <a:prstGeom prst="roundRect">
            <a:avLst>
              <a:gd name="adj" fmla="val 17756"/>
            </a:avLst>
          </a:prstGeom>
          <a:solidFill>
            <a:srgbClr val="C62A2A"/>
          </a:solidFill>
          <a:ln/>
        </p:spPr>
      </p:sp>
      <p:sp>
        <p:nvSpPr>
          <p:cNvPr id="16" name="Text 13"/>
          <p:cNvSpPr/>
          <p:nvPr/>
        </p:nvSpPr>
        <p:spPr>
          <a:xfrm>
            <a:off x="7196328" y="351129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викликів у модель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6928" y="4096512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кешем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2670048" y="4168932"/>
            <a:ext cx="137160" cy="257495"/>
          </a:xfrm>
          <a:prstGeom prst="roundRect">
            <a:avLst>
              <a:gd name="adj" fmla="val 33333"/>
            </a:avLst>
          </a:prstGeom>
          <a:solidFill>
            <a:srgbClr val="1B8A5A"/>
          </a:solidFill>
          <a:ln/>
        </p:spPr>
      </p:sp>
      <p:sp>
        <p:nvSpPr>
          <p:cNvPr id="19" name="Text 16"/>
          <p:cNvSpPr/>
          <p:nvPr/>
        </p:nvSpPr>
        <p:spPr>
          <a:xfrm>
            <a:off x="7196328" y="409651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виклик + 99 hit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57200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BE9E9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9560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один урок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сотень мілісекунд походу в модель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BE9E9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6384" y="555040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29" name="Text 26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старе + фоновий виклик оновлює запис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310128"/>
            <a:ext cx="3706978" cy="475488"/>
          </a:xfrm>
          <a:prstGeom prst="roundRect">
            <a:avLst>
              <a:gd name="adj" fmla="val 13462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13232" y="3310128"/>
            <a:ext cx="34143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свіжий  </a:t>
            </a:r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як є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328770" y="3310128"/>
            <a:ext cx="4370832" cy="475488"/>
          </a:xfrm>
          <a:prstGeom prst="roundRect">
            <a:avLst>
              <a:gd name="adj" fmla="val 13462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4475074" y="3310128"/>
            <a:ext cx="4078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застарілий  </a:t>
            </a:r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старе + фоновий рефреш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754466" y="3310128"/>
            <a:ext cx="2821838" cy="475488"/>
          </a:xfrm>
          <a:prstGeom prst="roundRect">
            <a:avLst>
              <a:gd name="adj" fmla="val 13462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8900770" y="3310128"/>
            <a:ext cx="25292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прострочений  </a:t>
            </a:r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— ідемо в модель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66928" y="3822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життя запису →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66928" y="418795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572000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12" name="Text 9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2026-08-16T11:54:23Z</dcterms:created>
  <dcterms:modified xsi:type="dcterms:W3CDTF">2026-08-16T11:54:23Z</dcterms:modified>
</cp:coreProperties>
</file>