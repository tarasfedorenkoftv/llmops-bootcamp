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2826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75834" y="30175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77002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77002" y="37033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2976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4531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98348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263806"/>
            <a:ext cx="2020824" cy="735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517697"/>
            <a:ext cx="110185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645713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3901745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1852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170078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8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2074</Words>
  <Application>Microsoft Office PowerPoint</Application>
  <PresentationFormat>Widescreen</PresentationFormat>
  <Paragraphs>391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Taras Fedorenko</cp:lastModifiedBy>
  <cp:revision>3</cp:revision>
  <dcterms:created xsi:type="dcterms:W3CDTF">2026-08-19T12:47:01Z</dcterms:created>
  <dcterms:modified xsi:type="dcterms:W3CDTF">2026-08-20T15:36:44Z</dcterms:modified>
</cp:coreProperties>
</file>