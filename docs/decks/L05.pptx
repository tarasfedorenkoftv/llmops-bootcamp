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C62A2A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B8A5A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E9F4EF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2026-08-16T14:42:38Z</dcterms:created>
  <dcterms:modified xsi:type="dcterms:W3CDTF">2026-08-16T14:42:38Z</dcterms:modified>
</cp:coreProperties>
</file>