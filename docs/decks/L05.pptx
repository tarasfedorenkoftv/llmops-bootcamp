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FF7B7B"/>
          </a:solidFill>
          <a:ln/>
        </p:spPr>
      </p:sp>
      <p:sp>
        <p:nvSpPr>
          <p:cNvPr id="16" name="Text 13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5FD6A0"/>
          </a:solidFill>
          <a:ln/>
        </p:spPr>
      </p:sp>
      <p:sp>
        <p:nvSpPr>
          <p:cNvPr id="19" name="Text 16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2E1418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2" name="Text 19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2026-08-16T15:39:52Z</dcterms:created>
  <dcterms:modified xsi:type="dcterms:W3CDTF">2026-08-16T15:39:52Z</dcterms:modified>
</cp:coreProperties>
</file>