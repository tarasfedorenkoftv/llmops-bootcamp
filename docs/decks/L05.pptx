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п'ятому уроці — першому уроці тижня «Кеш + tools». Минулого тижня ви навчилися бачити гроші в кожному рядку лога і маршрутизувати запити між моделями. Сьогодні додаємо третій механізм контуру вартості — кеш. Ідея проста: найшвидша і найдешевша відповідь — та, по яку взагалі не треба йти в модель. Але простота оманлива: кеш — це механізм із наслідками для коректності. Тому сьогодні ми не лише обгорнемо виклик моделі кешем, а й зберемо ключ, який не бреше після зміни промпта, увімкнемо лічильники hit/miss з першої ж хвилини — і чесно проведемо межу: що кешувати можна, що заборонено, і чому «не кешувати» — теж інженерне рішення. Наприкінці — опційний блок про semantic cache: що він дає і що приходить у комплекті. А в лабораторній ви побачите економію на власні очі — виміряну, а не заявлену.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обгорнути виклик моделі кешем так, щоб hit віддавав збережене, а miss ішов у модель і зберігав результат; зібрати ключ кешу, який не бреше, — модель, промпт і повідомлення, — і пояснити, чому саме текст промпта в ключі обов'язковий; увімкнути лічильники hit/miss в одному діфі з кешем і сказати, які три операційні цифри випливають із hit ratio; довести rollback-експериментом, що зміна промпта автоматично інвалідує кеш — без жодного коду інвалідації; провести межу кешування: назвати, які відповіді кешувати заборонено і чому це питання коректності, а не продуктивності; і пояснити, коли варто дивитися в бік semantic cache — і які три речі приходять із ним у комплекті. Кожен пункт ви перевірите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повтори у трафіку підтримки — це подвійний податок, грошима і часом, і правило уроку — measure-first: метрика народжується разом із механізмом. Далі межі: що кешувати можна, а що заборонено — і чому межа проходить по природі відповіді, а не по її ціні. Потім найважливіше рішення уроку — ключ кешу як контракт коректності: чому текст промпта мусить бути частиною ключа. Після цього розтин коду: словник у пам'яті, гілка miss, три операційні рішення в кількох рядках. Блок п'ять — метрика: hit ratio і три цифри, які з нього випливають. Блок шість — найцікавіший побічний ефект: кеш робить систему детермінованою, і це двосічно. Сьомий — інвалідація: промпт-у-ключі плюс TTL, і драбина від процесної пам'яті до Redis. Восьмий, опційний, — semantic cache. Потім лабораторна на чотири обов'язкові частини, антипатерни і домашнє завдання.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трафіку підтримки повно повторів. «Як скинути пароль?» прилітає сотні разів на день майже однаковими словами — і без кешу ви щоразу платите двічі. Грошима: минулий урок якраз навчив бачити їх у кожному рядку лога. І часом очікування користувача: однакове питання, однакова відповідь, а токени і сотні мілісекунд — щоразу нові. Але з кешем є пастка, у яку заходить більшість команд: його вмикають — і не міряють. «Ну, кеш же є, значить економимо». Скільки? На яких запитах? А чи не віддаємо ми застарілі відповіді після зміни промпта? Без цифр ці питання повисають у повітрі, і кеш перетворюється з механізму на талісман. Тому в цьому уроці правило measure-first: лічильники hit і miss з'являються разом із кешем — в один урок і в один діф. Не «спершу заведемо, потім якось поміряємо»: миттю, коли з'являється механізм, з'являється і його метрика. Навіщо цей шар взагалі: кеш — третій механізм контуру вартості після routing і cost-обліку, і єдиний, що заодно ріже latency. А ще це перший механізм курсу з власною метрикою ефективності — hit ratio. На тижні 5 вона стане плиткою консолі; сьогодні — двома лічильниками.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писати код, треба провести межу, бо кеш — це механізм із наслідками для коректності. Ідеальний кандидат — відповідь детермінована, тобто на це питання завжди відповідаємо так, і не-персональна — однакова для всіх. «Як скинути пароль?», «Які у вас тарифи?» — класика. А ось що кешувати заборонено. Персональні відповіді: «Де моє замовлення?» — у кожного своє; закешували відповідь одного користувача — віддали її іншому, і це вже не баг продуктивності, а інцидент із чужими даними. Результати tool-викликів: відповідь зібрана зі стану зовнішньої системи в конкретну мить — статус замовлення, залишок на складі; за годину вона бреше. І все, що залежить від швидкозмінного стану: ціни під час розпродажу, статус інциденту, наявність місць — свіжість тут і є продуктом. Зверніть увагу: межа проходить не по «дорогих» чи «частих» запитах, а по природі відповіді. Часте і дороге — аргумент кешувати; персональне і мінливе — заборона, яка сильніша за будь-який аргумент. І термінологічна страховка: наш сьогоднішній кеш — це кеш відповідей у сервісі. Він не те саме, що провайдерський кеш префікса промпта з минулого уроку: той здешевлює вхідні токени всередині виклику і вмикається на боці провайдера. Рівні різні й чудово складаються: провайдерський робить кожен miss дешевшим, наш — прибирає повторні виклики цілком.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 у нашому кеші — конкатенація трьох речей: модель, текст system-промпта і повідомлення користувача. Повідомлення в ключі — очевидно. Модель — теж зрозуміло: mini і strong відповідають по-різному, змішувати їхні відповіді не можна. А от третій компонент — сам текст system-промпта — це найважливіше рішення сьогоднішнього уроку. Уявіть, що промпта в ключі немає. Ви закешували сотню відповідей, потім зробили promote нової версії промпта — а кеш продовжує віддавати відповіді, згенеровані старою. Або дзеркальний сценарій, ще підступніший: активна версія виявилася поганою, ви зробили rollback, регресію полагодили — а користувачі ще годину бачать закешовану стару поведінку. «Полагодили, а воно працює по-старому» — це класичний слід кешу з неповним ключем. Промпт у ключі робить інвалідацію автоматичною: нова версія — інший текст — інші ключі — старі записи просто перестають знаходитись. Жодного коду інвалідації писати не треба; коректність вбудована в саму адресацію. З практики: найдорожчий випуск із ключа я бачив не в промпті, а в тенанті. У мультитенантних системах — а платформа, яку я супроводжую, саме така: кредентіали, дозволи й дані ізольовані по тенантах — кеш, ключований лише «модель + промпт + текст», гарантує аварію: два клієнти з однаковим питанням отримають одну відповідь, зібрану з чужих даних. Це вже не «менше влучань», це витік між клієнтами. Тому там у ключі поруч стоїть ідентифікатор тенанта, а часто й версія деплою — і тільки після цього кеш взагалі вмикають.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Окрема тема — нормалізація повідомлення в ключі. Спокуса очевидна: привести до нижнього регістру, прибрати пунктуацію, стиснути пробіли — і hit ratio виросте, бо «Як скинути пароль?» і «як скинути пароль» стануть одним записом. Але дивіться, що ви насправді робите. Прибрати зайві пробіли — безпечно. Нижній регістр — майже завжди правда: два тексти справді заслуговують однакової відповіді. А от видалена пунктуація — вже не завжди: «не працює. оплата пройшла» і «не працює оплата, пройшла» — це два різні звернення, а після нормалізації вони стануть одним ключем і однією відповіддю. Агресивніша нормалізація — це рішення про еквівалентність: ви стверджуєте, що два різні тексти заслуговують однакової відповіді. Правило те саме, що з ключем: нормалізація — частина контракту коректності, і кожен її крок має бути свідомим. Помітьте зв'язок із метрикою: нормалізація — найдешевший спосіб підняти hit ratio, і саме тому вона найнебезпечніша. Цифра росте, а коректність тихо їде. Коли в блоці 05 говоритимемо про здорові межі hit ratio — це один зі способів «купити» рекордну цифру не тією ціною.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Механізм — навмисно найпростіший з робочих: словник у пам'яті сервісу і два лічильники поруч. А в /chat виклик моделі перестає бути безумовним — він стає гілкою «miss»: знайшли запис — віддаємо збережене і інкрементуємо CacheHits; не знайшли — інкрементуємо CacheMisses, ідемо в модель, як раніше, і зберігаємо результат. Три операційні рішення зашиті в ці рядки. Перше: зберігаємо тільки успішні відповіді — status == 200. Закешована помилка означала б, що збій провайдера «залипає» у системі і відтворюється навіть після його одужання. Друге: лічильники інкрементуються атомарно і всередині відповідних гілок — цифра чесна за конструкцією, її неможливо забути оновити. Третє: кеш-хіт усе одно пише рядок у лог — із нульовими токенами і нульовою вартістю. Економія не зникає з видимості, а стає в ній видимою: рядок є, грошей немає. І придивіться до другої половини умови збереження: toolCall == null — відповіді з tool-викликами в кеш не потрапляють. Це та сама межа з блоку 02, виражена одним предикатом. Сьогодні поле toolCall у вас ще завжди порожнє, тож умова спрацьовує «вхолосту» — а на наступному уроці, коли з'являться інструменти, вона почне працювати по-справжньому. Закладати межу до появи ризику — правильний порядок.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що цей код мовчить, але про що варто пам'ятати. Перше: словник у пам'яті росте необмежено — кожне нове унікальне питання додає запис назавжди. На нашому трафіку це неважливо; на проді кеш без стелі розміру — це повільний витік пам'яті, тому дорослі реалізації додають ліміт записів і витіснення найдавніше використаних — LRU. Це, до речі, ще один аргумент на користь винесеного сховища з блоку 07 — там ці політики вже вбудовані. Друге: два одночасні misses на той самий ключ. Обидва запити не знайдуть запису, обидва підуть у модель, обидва заплатять, і другий результат перезапише перший у кеші. Чи це баг? Ні — це усвідомлений компроміс: ми двічі заплатили за одну відповідь, але нікого не змусили чекати і не ускладнили код блокуваннями. На великому трафіку з дорогими запитами ця «дірка» має ім'я — thundering herd, коли по одному холодному ключу одночасно б'ють сотні запитів, — і рішення: лок на ключ або «запит-лідер». На нашому масштабі ліки були б дорожчі за хворобу. Знати про компроміс — обов'язково; лікувати — коли цифри скажуть.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лічильники дають першу похідну метрику курсу — hit ratio: частку запитів, які обійшлися без моделі. З неї випливають одразу три операційні цифри. Зекономлені виклики — просто кількість хітів. Помножте на середню вартість miss-запиту з лога — отримаєте економію в доларах, порахованих, а не заявлених. Latency до і після — хіт відповідає приблизно за нуль мілісекунд проти сотень мілісекунд походу в модель. Для користувача це найвідчутніший ефект. І профіль трафіку — низький hit ratio на трафіку підтримки — привід подивитися в лог: або питання справді унікальні, або ключ занадто чутливий до дрібниць формулювання. Сьогодні лічильники живуть у пам'яті: побачити їх наживо можна дебагером, а простіше — перевірити код і дочекатися консолі тижня 5, коли вони поїдуть у /observability і стануть плиткою Cache-hit. Порядок знову той самий: механізм і метрика — разом, вітрина — коли з'явиться шар вітрини. І лайфхак: перш ніж вмикати кеш, витягніть із лога топ повторюваних повідомлень. Якщо топ-10 питань — це 60% запитів, кеш окупиться в перший же день; якщо всі запити унікальні — почніть з іншого механізму.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Сучасний доважок до вимірювання: провайдерський кеш префікса — той, що з уроку 4, — теж перестав бути «чорною скринькою»: у полі usage сьогодні приходить частка токенів, обслужених із кешу провайдера. Тобто у вас з'являється дві метрики кешу замість однієї: ваш hit ratio — запити, що взагалі не пішли в модель, — і провайдерський: токени, що обійшлися дешевше всередині виклику. Дивитися варто на обидві: буває, що ваш кеш майже не влучає, а рахунок усе одно нижчий за очікуваний — просто тому, що системний промпт стабільний і провайдер кешує його сам. І ще одне: hit ratio — це метрика, у якої є здорові межі в обидва боки. Нуль означає, що кеш мертвий вантаж. Але і підозріло високий відсоток — привід придивитися: можливо, ви кешуєте те, що кешувати не можна, і рекордна цифра куплена ціною застарілих чи чужих відповідей. Метрика без розуміння меж — теж віра, просто з цифрою. З практики — два рішення з реальної агентної платформи, які показують обидва боки цієї медалі. Перше: усередині одного запуску агента службові виклики — дистиляція контексту, план пошуку по пам'яті — повторювалися по кілька разів; завели run-кеш із правилом «дистилюй раз, шукай раз на запуск» — і множник зайвих викликів зник. Класичний кеш, доданий по цифрах. Друге, дзеркальне: в іншому сервісі тієї ж платформи персистентний кеш свідомо прибрали — шар не виправдовував свого існування, а складність і ризик застарілих даних лишалися. «Не кешувати» — теж інженерне рішення, і ухвалюється воно тими самими цифрами, що й «кешувати».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Побічний ефект кешу, про який згадують рідко, а він найцікавіший. З уроку 1 ми знаємо: та сама модель на той самий вхід відповідає щоразу трохи інакше. Кеш це вимикає: перший запит зафіксував відповідь, і всі наступні однакові запити отримують рівно її. У вашій недетермінованій системі з'явився острівець повної передбачуваності. Це справжня цінність, і не лише в грошах: двоє клієнтів із тим самим питанням не отримають суперечливих інструкцій, а оператор, який передивляє діалоги, бачить стабільну поведінку, а не варіації. Кеш — найдешевший спосіб зменшити «розкид» у поведінці системи, коли він вам шкодить. Але ця сама властивість має другий бік: кеш консервує помилку. Модель один раз відповіла невдало — і тепер ця конкретна невдача роздається всім, хто спитає так само, поки не закінчиться TTL. Без кешу погана відповідь була б випадковою; з кешем вона стає систематичною. І в звітності це виглядає підступно добре: hit ratio високий, вартість низька, latency чудова — а якість просіла, бо в кеші лежить сміття. Звідси принцип: не кешуйте те, у чому не впевнені. Фільтр перед записом: відповідь дійшла нормально, не є заглушкою деградації, не є відмовою фільтра безпеки — цей механізм на тижні 4, — і не порожня. Сьогодні умова — status == 200 &amp;&amp; toolCall == null; наступного тижня, коли виклик виїде в окрему функцію і з'явиться fallback, вона доросте до ok &amp;&amp; status == 200 &amp;&amp; toolCall == null — межа переживає новий шар, не змінюючи сенсу. У реальній системі додається ще finish_reason == "stop", щоб не законсервувати обрізану відповідь: наш mock таких не віддає, тому в контурі курсу перевірка була б мертвою, але в проді вона обов'язкова. І так: відповідь-помилку теж можна кешувати — але свідомо і коротко, з окремим, у рази меншим TTL. Це називають негативним кешуванням: воно береже провайдера від лавини однакових невдалих запитів.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Найтиповіша пастка консервації — кешувати заглушку деградації. Уявіть: провайдер лежав дві хвилини, за цей час десяток запитів отримав ввічливе «тимчасові проблеми, спробуйте згодом», і ці заглушки чесно поїхали в кеш. Провайдер піднявся — а система ще годину роздає «тимчасові проблеми» тим, хто питає те саме. Інцидент закінчився, а користувачі його ще бачать. Тому в контурі, який ми будуємо, є правило: те, що народилося у fallback-гілці — це урок 7, — у кеш не потрапляє ніколи. Звідси випливає річ, яку варто мати ще до першого інциденту: спосіб скинути кеш. Не «перезапустити сервіс», а керована операція. Мінімум, який закриває більшість випадків, — версія в ключі кешу, і вона у вас уже є: активна версія промпта — частина ключа, зміна промпта автоматично робить старі записи недосяжними. Наступний рівень — окремий службовий «епох»-номер у ключі, який ви збільшуєте вручну: одна зміна значення — і весь кеш логічно порожній, без жодного видалення. І запишіть цей крок у сценарій інциденту — це урок 12: «після відновлення провайдера — скинути кеш, якщо в період збою могли записатися заглушки». Це рівно той пункт, який під час першого справжнього інциденту не згадає ніхто, а користувачі побачать наслідки.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Жорсткий TTL змушує вибирати: короткий — і кеш майже не влучає; довгий — і ви роздаєте застаріле. Але є третій варіант, який у вебі давно стандарт, а в LLM-системах чомусь рідко згадують: віддати старе одразу і оновити у фоні. Запис у кеші має два строки: «свіжий до» і «придатний до». Поки він свіжий — віддаємо як є. Коли свіжість вийшла, а придатність ще ні — усе одно віддаємо старе, і паралельно робимо один виклик моделі, щоб оновити запис. Користувач отримує відповідь за мілісекунди, а наступний уже бачить нову. Для LLM це вигідніше, ніж для звичайного API, з двох причин. По-перше, ціна miss'а тут не «зайвий запит до бази», а секунди очікування і реальні гроші. По-друге, «застаріла» відповідь на типове питання підтримки майже завжди прийнятна: інструкція зі скидання пароля не псується за годину. Виграш видно одразу в двох метриках: hit ratio росте, а p95 перестає стрибати на кожному протуханні популярного ключа. Ціна рішення — складність: потрібен фоновий виклик і захист від того, щоб десять одночасних запитів не пішли оновлювати той самий ключ — це та сама лавина з блоку 04, тільки на оновленні. Тому в обов'язковій доріжці курсу ми лишаємо простий TTL, а цей патерн проговорюємо як наступний крок — і як приклад того, що «кеш» узагалі-то має більше станів, ніж «є / нема». І типова помилка поруч: один TTL на все. Відповідь на «як скинути пароль» може жити добу — інструкція не змінюється. Відповідь зі статусом конкретного замовлення не має права жити й хвилини: вона застаріває раніше, ніж ви її прочитаєте. TTL — це властивість класу запиту, а не налаштування кеша.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«У комп'ютерних науках є дві найважчі задачі: інвалідація кешу і найменування» — жарт старий, бо правдивий. Наш мінімальний набір інвалідації складається з двох механізмів. Перший — зміна промпта: вже працює, безкоштовно, через ключ. Найнебезпечніший сценарій застарівання закритий архітектурно, ми його розібрали в блоці 03. Другий — TTL: відповіді старіють за часом. У нашому in-memory кеші його поки немає: записи живуть до рестарту сервісу. Для навчального контуру це чесний компроміс; додати TTL — опційна частина ДЗ тижня 3. Відповідь «як у проді» звучить так: винесене сховище — Redis уже лежить у compose під профілем advanced — з TTL на кожному записі. Винесений кеш переживає рестарти і ділиться між репліками сервісу, але приносить мережевий хоп і власні режими відмови. Класична драбина: почніть із процесної пам'яті, переходьте на винесене сховище, коли реплік стане більше однієї. І типова помилка: інвалідація «вручну і потім» — кеш чистять рестартом сервісу, коли хтось помітив дивну відповідь. Це означає, що межа свіжості вашої системи — «коли хтось помітить». TTL і промпт-у-ключі коштують годину роботи і прибирають цілий клас «привидів» назавжди.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блок. Точний збіг ключа не зловить пару «Як скинути пароль?» і «забув пароль, що робити?» — а для людини це те саме питання. Semantic cache порівнює не рядки, а embedding'и: запит перетворюється на вектор, шукається найближчий збережений, і якщо схожість вища за поріг — віддається його відповідь. Звучить як строго краща версія кешу — але подивіться, що приходить у комплекті. Поріг схожості — новий операційний параметр: занизький — кеш майже не влучає; зависокий — хибні влучання: «як змінити пароль» і «як змінити тариф» ближчі у векторному просторі, ніж хотілося б, і користувач отримує впевнену відповідь не на своє питання. Вартість embedding-викликів: кожен запит тепер потребує векторизації. Дешевше за генерацію, але не безкоштовно — і має падати у ваш cost-облік: правило з минулого уроку — рахується все. І окреме сховище: векторний пошук потребує відповідної бази, її деплою, моніторингу і бекапів. Тому в курсі semantic cache — опційна доріжка: Redis з advanced-профілю плюс порівняння за схожістю, опційна частина ДЗ тижня 3. Порядок рішень завжди однаковий: спершу виміряйте, скільки дає точний кеш на вашому трафіку. Часто виявляється, що люди формулюють часті питання одноманітніше, ніж здається, — і точного кешу досить.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Кадр перший: те саме питання двічі. Перший запит іде в модель — сотні мілісекунд; другий віддається з кешу — latency_ms менше 50. Кадр другий: доказ у лозі. Два рядки, але другий — з нульовими токенами: виклику моделі не було. Оце і є економія — виміряна, а не заявлена. Кадр третій: rollback-тест ключа. Закешована відповідь є; робимо rollback промпта — і кеш не віддає стару відповідь: іде новий виклик. Промпт у ключі працює. Кадр четвертий: «Де моє замовлення #10482?» — і перевірка, що така відповідь у кеш не потрапляє: межа з блоку 02 тримається. Навіщо це все: побачити кожне з трьох рішень уроку — метрику, ключ і межу — живими, на реальному лозі, а не на слайді. [Ведучому: прогрівний запит перед демо робіть СЛУЖБОВИМ повідомленням, яке в демо не бере участі, — якщо прогріти демо-питанням, воно потрапить у кеш, і кадр «вдруге майже миттєво» зламається: перший запит теж буде з кешу. І друге, підступніше: до готовності gateway запити падають тихо — status=0 у лозі, нульові токени, відповідь за одиниці мілісекунд. На око це нерозрізненне з кеш-хітом — відрізняє тільки status у лозі. Після підняття стека дочекайтеся готовності gateway (health-ендпоінт або ~30 секунд) і лише потім грійте та показуйте.]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Частина перша: обгорнути виклик. Ключ, пошук у кеші; hit віддає збережене, miss іде в модель і зберігає — умови збереження з блоку 04: успішна відповідь без tool-виклику. Лічильники hits/misses — у тому самому діфі, це і є measure-first. Частина друга: побачити ефект руками. Те саме питання двічі: перший запит — сотні мілісекунд, другий — приблизно нуль. У лозі два рядки, але другий — з нульовими токенами: виклику моделі не було. Оце і є економія — виміряна, а не заявлена. Частина третя: довести, що промпт у ключі працює. Закешувати відповідь, зробити rollback промпта на «поганий» v1 — це механіка уроку 2 — і спитати знову. Кеш не віддає стару відповідь — іде новий, чесно поганий, виклик. Подумки видаліть промпт із ключа і проговоріть, який баг ви щойно уникли. Частина четверта: промацати межі. Спитати «Де моє замовлення #10482?» і проговорити, чому таку відповідь кешувати не можна: персональний стан, tool-виклик. Переконайтеся, що у вашій реалізації відповіді з tool-викликом у кеш не потрапляють — на наступному уроці ця межа запрацює по-справжньому. І опційна п'ята: TTL. Додати до записів час створення і термін життя; прострочений запис — це miss. Це заготовка під опційну частину ДЗ тижня 3. [Ведучому: якщо повторюєте демо після перезапуску стека — пам'ятайте про тихі падіння до готовності gateway: status=0 і нульові токени виглядають як кеш-хіт, перевіряйте status у лозі.]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економія виміряна, а не заявлена. Другий рядок у лозі — з нульовими токенами і нульовою вартістю: виклику моделі не було, і це видно не «на відчуттях», а в даних. Правило measure-first виконано буквально: механізм і його метрика з'явилися в одному діфі. Друге: ключ не бреше. Після rollback промпта кеш не віддав стару відповідь — пішов новий виклик. Інвалідація спрацювала автоматично, без жодного коду: коректність вбудована в саму адресацію. Той самий rollback без промпта в ключі означав би годину роздачі старої поведінки. Третє: межа кешування тримається. Персональне питання про замовлення в кеш не потрапило — і на наступному уроці, коли з'являться справжні tool-виклики, цей предикат почне працювати по-справжньому. Разом ці три картинки — весь урок у трьох кадрах: метрика, ключ, межа. Кеш став механізмом, а не талісманом.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Чотири пункти. Перший: повторний запит віддається з кешу — приблизно нуль мілісекунд — і не породжує виклик моделі; ви бачили це в лозі другим рядком із нульовими токенами. Другий: лічильники hit і miss інкрементуються в різних гілках, і це видно в діфі коду. Плитка з цими числами оживе на тижні 5 — сьогодні достатньо, що цифра чесна за конструкцією. Третій: можете пояснити, чому промпт — частина ключа і який баг це прибирає. Якщо завагалися — перечитайте сценарій rollback у блоці 03: «полагодили, а працює по-старому». І четвертий: знаєте, які відповіді кешувати заборонено — персональні, tool-результати, швидкозмінний стан — і чому це питання коректності, а не продуктивності. Якщо всі чотири — «так», ви готові до наступного уроку. Де завагалися — туди і повертайтеся; питання —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способи зіпсувати собі тиждень кешування — усі перевірені чужими граблями. Кеш без лічильника: «здається, допомагає» — це не метрика. Механізм без цифри неможливо ні захистити перед командою, ні вимкнути обґрунтовано — саме тому в цьому уроці лічильники народилися в одному діфі з кешем. Ключ без версії промпта: стара поведінка переживає rollback, і розслідування «чому воно досі відповідає по-старому» з'їдає день. Ви сьогодні бачили в лабі, як промпт у ключі прибирає цей клас багів безкоштовно. Кешувати персональні відповіді й результати tool-викликів: перше — витік чужих даних між користувачами, друге — впевнена брехня про застарілий стан зовнішньої системи. Це межа з блоку 02: заборона сильніша за будь-який аргумент про частоту чи ціну. І нарешті — починати з semantic cache, не виміривши точний: ви берете на борт складність, окреме сховище і хибні влучання в обмін на приріст, якого ще не порахували. Порядок завжди той самий: спершу цифри точного кешу, потім рішення.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до наступного уроку — без здачі. Перше: закріпити лабу — повторний запит віддається за приблизно нуль мілісекунд, лічильники ростуть. Друге: перевірити на своєму стеку rollback-експеримент — третій крок лабораторної: промпт у ключі рятує від роздачі старої поведінки. І третє: сформулювати для себе список «що в моїй системі кешувати заборонено» — це той список, який у проді пишеться до кешу, а не після інциденту. Опційно: TTL для записів кешу — час створення плюс термін життя, прострочений запис стає miss'ом; і подивитися на Redis у профілі advanced — це місце для винесеного кешу, коли реплік стане більше однієї. І про ДЗ тижня: воно здається після наступного уроку. ДЗ тижня 3 об'єднує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 Критерії приймання будуть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Найшвидша і найдешевша відповідь — та, по яку взагалі не треба йти в модель: кеш — третій механізм контуру вартості після routing і cost-обліку, і єдиний, що заодно ріже latency. Правило уроку — measure-first: лічильники народилися в одному діфі з кешем, і у hit ratio є здорові межі в обидва боки — нуль означає мертвий вантаж, а підозріло високий відсоток вимагає придивитися, чим цифра куплена. Ключ кешу — контракт коректності: модель, промпт, повідомлення; промпт у ключі робить інвалідацію автоматичною, і ви довели це rollback-експериментом. Кеш детермінізує систему — і саме тому консервує помилки: у кеш ідуть лише успішні відповіді без tool-викликів, заглушки деградації — ніколи, а скидання кешу — операційна процедура, записана в сценарій інциденту. І semantic cache — окрема ліга з порогом, вартістю embedding'ів і окремим сховищем: спершу виміряйте точний. Наступний урок — tool calls. Досі бот тільки говорив, і найгірше, що він міг, — відповісти неправильно. Далі він почне діяти: зовнішні інтеграції, реальні side-effect'и, schema, таймаут, ідемпотентність — а незворотна дія ще й людина, яка скаже «так». Саме там сьогоднішня межа «tool-відповіді не кешуємо» перестане бути теорією.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ТИЖДЕНЬ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1783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7033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і найдешевша відповідь — та, по яку не треба йти в модель. Сьогодні обгорнемо виклик моделі кешем, зберемо ключ, який не бреше, увімкнемо лічильники з першої ж хвилини — і розберемося, коли кешувати заборонено, а коли варто дивитися в бік semantic cache.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5166360"/>
            <a:ext cx="1717243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5166360"/>
            <a:ext cx="17172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59659" y="5166360"/>
            <a:ext cx="1567282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59659" y="5166360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54957" y="5166360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54957" y="5166360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25312" y="5166360"/>
            <a:ext cx="2017166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5166360"/>
            <a:ext cx="20171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70494" y="5166360"/>
            <a:ext cx="2092147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70494" y="5166360"/>
            <a:ext cx="2092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290658" y="5166360"/>
            <a:ext cx="1267358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90658" y="5166360"/>
            <a:ext cx="12673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5 з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цього уроку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15568" y="1417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 моделі кешем: hit віддає збережене, miss іде в модель і зберігає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128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15568" y="216712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ключ, який не бреше: модель + промпт + повідомлення — і пояснити, чому промпт обов'язковий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29626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15568" y="29169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лічильники hit/miss в одному діфі з кешем і назвати три цифри, що випливають із hit ratio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71246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15568" y="366674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rollback-експериментом, що зміна промпта інвалідує кеш автоматично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44622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5568" y="441655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межу: що кешувати заборонено — і чому це коректність, а не продуктивність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212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15568" y="516636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пояснити, коли дивитися в бік semantic cache — і що приходить у комплекті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«зрозуміти» — лише те, що можна зробити руками і перевірити.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5156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повтори; правило measure-first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06654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4864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2167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Межі: детерміноване й не-персональне — так; tool і мінливе — ні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= модель + промпт + повідомлення; авто-інвалідація версій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3383280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5486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83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гілка miss, тільки 200 у кеш, хіт видно в лозі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041648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142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 і що з нього випливає; вітрина — на W5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62179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72084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систему; що не кешувати; скидання кешу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217920" y="206654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621792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20840" y="2167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Інвалідація: промпт-у-ключі + TTL; in-memory → Redis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17920" y="2724912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8" name="Text 25"/>
          <p:cNvSpPr/>
          <p:nvPr/>
        </p:nvSpPr>
        <p:spPr>
          <a:xfrm>
            <a:off x="621792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720840" y="28254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Опційно: semantic cache — поріг, вартість, сховище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217920" y="3383280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1" name="Text 28"/>
          <p:cNvSpPr/>
          <p:nvPr/>
        </p:nvSpPr>
        <p:spPr>
          <a:xfrm>
            <a:off x="6217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720840" y="3483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Лаба: обгортка → ефект → rollback-тест → межі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217920" y="4041648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4" name="Text 31"/>
          <p:cNvSpPr/>
          <p:nvPr/>
        </p:nvSpPr>
        <p:spPr>
          <a:xfrm>
            <a:off x="621792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720840" y="4142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217920" y="4700016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7" name="Text 34"/>
          <p:cNvSpPr/>
          <p:nvPr/>
        </p:nvSpPr>
        <p:spPr>
          <a:xfrm>
            <a:off x="621792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активності на слайдах: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720840" y="5358384"/>
            <a:ext cx="144018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9" name="Text 36"/>
          <p:cNvSpPr/>
          <p:nvPr/>
        </p:nvSpPr>
        <p:spPr>
          <a:xfrm>
            <a:off x="6720840" y="5358384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8298180" y="5358384"/>
            <a:ext cx="1284732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1" name="Text 38"/>
          <p:cNvSpPr/>
          <p:nvPr/>
        </p:nvSpPr>
        <p:spPr>
          <a:xfrm>
            <a:off x="8298180" y="5358384"/>
            <a:ext cx="128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9720072" y="5358384"/>
            <a:ext cx="1751076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3" name="Text 40"/>
          <p:cNvSpPr/>
          <p:nvPr/>
        </p:nvSpPr>
        <p:spPr>
          <a:xfrm>
            <a:off x="9720072" y="5358384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· РЕФЛЕКСІЯ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Подвійний податок на повтори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Податок №1 · гроші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06577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 — сотні разів на день майже однаковими словами. Токени щоразу нові — а минулий урок навчив бачити їх у кожному рядку лога.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15544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Податок №2 · час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28232" y="1975104"/>
            <a:ext cx="506577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Однакове питання, однакова відповідь — а користувач щоразу чекає сотні мілісекунд походу в модель.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1546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9E9E8"/>
          </a:solidFill>
          <a:ln/>
        </p:spPr>
      </p:sp>
      <p:sp>
        <p:nvSpPr>
          <p:cNvPr id="16" name="Text 13"/>
          <p:cNvSpPr/>
          <p:nvPr/>
        </p:nvSpPr>
        <p:spPr>
          <a:xfrm>
            <a:off x="713232" y="3264408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Пастка: кеш вмикають — і не міряють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13232" y="358444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«Ну, кеш же є, значить економимо».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Скільки? На яких запитах? Чи не віддаємо застаріле після зміни промпта? Без цифр кеш — талісман, а не механізм.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34340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ECEBFB"/>
          </a:solidFill>
          <a:ln/>
        </p:spPr>
      </p:sp>
      <p:sp>
        <p:nvSpPr>
          <p:cNvPr id="19" name="Text 16"/>
          <p:cNvSpPr/>
          <p:nvPr/>
        </p:nvSpPr>
        <p:spPr>
          <a:xfrm>
            <a:off x="713232" y="443484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13232" y="4672584"/>
            <a:ext cx="1076248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з'являються разом із кешем: в один урок і в один діф.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— третій механізм контуру вартості після routing і cost-обліку, і єдиний, що заодно ріже latency. І перший механізм курсу з власною метрикою ефективності — hit ratio: сьогодні два лічильники, на тижні 5 — плитка консолі.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кешувати можна — а що заборонено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3749040" cy="2880360"/>
          </a:xfrm>
          <a:prstGeom prst="roundRect">
            <a:avLst>
              <a:gd name="adj" fmla="val 3175"/>
            </a:avLst>
          </a:prstGeom>
          <a:solidFill>
            <a:srgbClr val="E9F3EE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64208"/>
            <a:ext cx="3419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Ідеальний кандидат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93392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Детермінована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на це питання завжди відповідаємо так.
</a:t>
            </a:r>
            <a:pPr indent="0" marL="0">
              <a:buNone/>
            </a:pPr>
            <a:r>
              <a:rPr lang="en-US" sz="1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Не-персональна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відповідь однакова для всіх.
</a:t>
            </a:r>
            <a:pPr indent="0" marL="0">
              <a:buNone/>
            </a:pPr>
            <a:r>
              <a:rPr lang="en-US" sz="1200" i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«Які у вас тарифи?»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480560" y="1554480"/>
            <a:ext cx="7159752" cy="896112"/>
          </a:xfrm>
          <a:prstGeom prst="roundRect">
            <a:avLst>
              <a:gd name="adj" fmla="val 10204"/>
            </a:avLst>
          </a:prstGeom>
          <a:solidFill>
            <a:srgbClr val="F9E9E8"/>
          </a:solidFill>
          <a:ln/>
        </p:spPr>
      </p:sp>
      <p:sp>
        <p:nvSpPr>
          <p:cNvPr id="13" name="Text 10"/>
          <p:cNvSpPr/>
          <p:nvPr/>
        </p:nvSpPr>
        <p:spPr>
          <a:xfrm>
            <a:off x="4645152" y="1664208"/>
            <a:ext cx="6830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відповіді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645152" y="1975104"/>
            <a:ext cx="6830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— у кожного своє. Закешували одному — віддали іншому: інцидент із чужими даними, не баг продуктивності.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480560" y="2542032"/>
            <a:ext cx="7159752" cy="896112"/>
          </a:xfrm>
          <a:prstGeom prst="roundRect">
            <a:avLst>
              <a:gd name="adj" fmla="val 10204"/>
            </a:avLst>
          </a:prstGeom>
          <a:solidFill>
            <a:srgbClr val="F9E9E8"/>
          </a:solidFill>
          <a:ln/>
        </p:spPr>
      </p:sp>
      <p:sp>
        <p:nvSpPr>
          <p:cNvPr id="16" name="Text 13"/>
          <p:cNvSpPr/>
          <p:nvPr/>
        </p:nvSpPr>
        <p:spPr>
          <a:xfrm>
            <a:off x="4645152" y="2651760"/>
            <a:ext cx="6830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tool-викликів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645152" y="2962656"/>
            <a:ext cx="6830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зібрана зі стану зовнішньої системи в конкретну мить — за годину вона бреше.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480560" y="3529584"/>
            <a:ext cx="7159752" cy="896112"/>
          </a:xfrm>
          <a:prstGeom prst="roundRect">
            <a:avLst>
              <a:gd name="adj" fmla="val 10204"/>
            </a:avLst>
          </a:prstGeom>
          <a:solidFill>
            <a:srgbClr val="F9E9E8"/>
          </a:solidFill>
          <a:ln/>
        </p:spPr>
      </p:sp>
      <p:sp>
        <p:nvSpPr>
          <p:cNvPr id="19" name="Text 16"/>
          <p:cNvSpPr/>
          <p:nvPr/>
        </p:nvSpPr>
        <p:spPr>
          <a:xfrm>
            <a:off x="4645152" y="3639312"/>
            <a:ext cx="6830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Швидкозмінний стан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45152" y="3950208"/>
            <a:ext cx="6830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ціни розпродажу, статус інциденту, наявність місць — свіжість тут і є продуктом.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4617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проходить по природі відповіді, а не по ціні запиту.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Часте й дороге — аргумент кешувати; персональне й мінливе — заборона, сильніша за будь-який аргумент.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ECEBFB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525780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 — І ВОНИ СКЛАДАЮТЬСЯ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3232" y="5495544"/>
            <a:ext cx="107624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сьогоднішній — кеш відповідей у сервісі. Провайдерський кеш префікса промпта (минулий урок) здешевлює вхідні токени всередині виклику. Провайдерський робить кожен miss дешевшим, наш — прибирає повторні виклики цілком.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це контракт коректності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72768"/>
            <a:ext cx="6675120" cy="68580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700784"/>
            <a:ext cx="62727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52360" y="1536192"/>
            <a:ext cx="4187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Повідомлення — очевидно. Модель — mini і strong відповідають по-різному. </a:t>
            </a:r>
            <a:pPr indent="0" marL="0">
              <a:buNone/>
            </a:pPr>
            <a:r>
              <a:rPr lang="en-US" sz="11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промпта — головне рішення уроку.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6060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9E9E8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71576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промпта в ключі немає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13232" y="3026664"/>
            <a:ext cx="506577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нової версії — кеш далі віддає відповіді старої. Дзеркально і підступніше: rollback полагодив регресію — а користувачі ще годину бачать стару поведінку. «Полагодили, а працює по-старому» — класичний слід неповного ключа.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26060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E9F3EE"/>
          </a:solidFill>
          <a:ln/>
        </p:spPr>
      </p:sp>
      <p:sp>
        <p:nvSpPr>
          <p:cNvPr id="16" name="Text 13"/>
          <p:cNvSpPr/>
          <p:nvPr/>
        </p:nvSpPr>
        <p:spPr>
          <a:xfrm>
            <a:off x="6428232" y="271576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ключі → інвалідація автоматична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28232" y="3026664"/>
            <a:ext cx="506577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версія промпта — інший текст — інші ключі: старі записи просто перестають знаходитись. Жодного коду інвалідації; коректність вбудована в саму адресацію.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E9F3EE"/>
          </a:solidFill>
          <a:ln/>
        </p:spPr>
      </p:sp>
      <p:sp>
        <p:nvSpPr>
          <p:cNvPr id="19" name="Text 16"/>
          <p:cNvSpPr/>
          <p:nvPr/>
        </p:nvSpPr>
        <p:spPr>
          <a:xfrm>
            <a:off x="713232" y="480060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13232" y="5038344"/>
            <a:ext cx="107624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ключі кешу мусить бути все, що впливає на відповідь: модель, промпт, повідомлення — сьогодні; температура, версія інструментів, локаль — щойно з'являться. Неповний ключ — це не «менше влучань», це віддавання неправильних відповідей із виглядом упевненості.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це рішення про еквівалентність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554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Спокуса: </a:t>
            </a:r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нормалізувати текст у ключі — і hit ratio виросте: «Як скинути пароль?» і «як скинути пароль» стануть одним записом. Але кожен крок нормалізації — твердження: «ці два тексти заслуговують однакової відповіді».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E9F3EE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2432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Стиснути зайві пробіли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3232" y="2935224"/>
            <a:ext cx="323697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Безпечно: на зміст повідомлення не впливає.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06824" y="251460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ECEBF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62432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Нижній регістр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471416" y="2935224"/>
            <a:ext cx="323697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завжди правда: регістр рідко змінює зміст питання.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065008" y="2514600"/>
            <a:ext cx="3575304" cy="1965960"/>
          </a:xfrm>
          <a:prstGeom prst="roundRect">
            <a:avLst>
              <a:gd name="adj" fmla="val 4651"/>
            </a:avLst>
          </a:prstGeom>
          <a:solidFill>
            <a:srgbClr val="F9E9E8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0" y="262432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пунктуацію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0" y="2935224"/>
            <a:ext cx="324612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Вже не завжди: «не працює. оплата пройшла» ≠ «не працює оплата, пройшла».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48006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ECEBFB"/>
          </a:solidFill>
          <a:ln/>
        </p:spPr>
      </p:sp>
      <p:sp>
        <p:nvSpPr>
          <p:cNvPr id="20" name="Text 17"/>
          <p:cNvSpPr/>
          <p:nvPr/>
        </p:nvSpPr>
        <p:spPr>
          <a:xfrm>
            <a:off x="713232" y="489204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13232" y="5129784"/>
            <a:ext cx="10762488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— частина контракту коректності, і кожен її крок має бути свідомим. Це найдешевший спосіб підняти hit ratio — і саме тому найнебезпечніший: цифра росте, а коректність тихо їде.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коду: виклик моделі стає гілкою miss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6035040" cy="3611880"/>
          </a:xfrm>
          <a:prstGeom prst="roundRect">
            <a:avLst>
              <a:gd name="adj" fmla="val 3038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682496"/>
            <a:ext cx="5632704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cache = 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ConcurrentDictionary&lt;string,string&gt;();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 = 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Stats();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(cache.TryGetValue(cacheKey, 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var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cached)) 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stats.CacheHits);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stats.CacheMisses);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(status == 200 &amp;&amp; toolCall == 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cache[cacheKey] = answer;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858000" y="1481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операційні рішення в цих рядках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858000" y="1847088"/>
            <a:ext cx="478231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22592" y="1956816"/>
            <a:ext cx="4453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кеш — тільки успішні (status == 200)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22592" y="2267712"/>
            <a:ext cx="44531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закешована помилка «залипає» і відтворюється навіть після одужання провайдера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858000" y="3008376"/>
            <a:ext cx="478231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22592" y="3118104"/>
            <a:ext cx="4453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— усередині гілки, атомарно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022592" y="3429000"/>
            <a:ext cx="44531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цифра чесна за конструкцією: її неможливо забути оновити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858000" y="4169664"/>
            <a:ext cx="478231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22592" y="4279392"/>
            <a:ext cx="4453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Кеш-хіт усе одно пише рядок у лог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022592" y="4590288"/>
            <a:ext cx="445312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нульові токени, нульова вартість: рядок є, грошей немає — економія видима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5394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toolCall == null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межа з блоку 02 одним предикатом. Сьогодні спрацьовує «вхолосту», наступного уроку — по-справжньому. Закладати межу до появи ризику — правильний порядок.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що цей код мовчить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70992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Пам'ять росте необмежено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2020824"/>
            <a:ext cx="323697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унікальне питання — запис назавжди. На проді кеш без стелі — повільний витік пам'яті: потрібні ліміт записів і LRU-витіснення. Ще один аргумент за винесене сховище (блок 07) — там політики вже вбудовані.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06824" y="160020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71416" y="170992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одночасні miss — один ключ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71416" y="2020824"/>
            <a:ext cx="323697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не знайдуть запису, обидва підуть у модель, обидва заплатять; другий перезапише перший. Не баг — усвідомлений компроміс: без черги і без блокувань.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65008" y="1600200"/>
            <a:ext cx="3575304" cy="2743200"/>
          </a:xfrm>
          <a:prstGeom prst="roundRect">
            <a:avLst>
              <a:gd name="adj" fmla="val 3333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0" y="170992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Thundering herd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229600" y="2020824"/>
            <a:ext cx="324612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великому трафіку сотні запитів одночасно б'ють по одному холодному ключу. Рішення відомі: лок на ключ або «запит-лідер». На нашому масштабі ліки дорожчі за хворобу.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48640" y="4709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Знати про компроміс — обов'язково. </a:t>
            </a:r>
            <a:pPr indent="0" marL="0">
              <a:buNone/>
            </a:pPr>
            <a:r>
              <a:rPr lang="en-US" sz="14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Лікувати — коли цифри скажуть.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ratio: що рахуємо і що з цим робимо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517904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pPr indent="0" marL="0">
              <a:buNone/>
            </a:pPr>
            <a:r>
              <a:rPr lang="en-US" sz="17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частка запитів, які обійшлися без моделі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221284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Зекономлені виклики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3232" y="2523744"/>
            <a:ext cx="32369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кількість хітів × середня вартість miss-запиту з лога = економія в доларах — порахована, а не заявлена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06824" y="210312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71416" y="221284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до / після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471416" y="2523744"/>
            <a:ext cx="32369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хіт — ~0 мс проти сотень мілісекунд походу в модель. Для користувача — найвідчутніший ефект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065008" y="2103120"/>
            <a:ext cx="357530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0" y="221284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трафіку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0" y="2523744"/>
            <a:ext cx="324612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низький hit ratio на підтримці — привід у лог: або питання справді унікальні, або ключ занадто чутливий до формулювань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44348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сьогодні — у пам'яті. На тижні 5 вони поїдуть у /observability і стануть плиткою Cache-hit: механізм і метрика — разом, вітрина — коли з'явиться шар вітрини.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713232" y="512064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13232" y="5358384"/>
            <a:ext cx="10762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 ніж вмикати кеш — топ повторюваних повідомлень із лога: </a:t>
            </a:r>
            <a:pPr indent="0" marL="0">
              <a:buNone/>
            </a:pPr>
            <a:r>
              <a:rPr lang="en-US" sz="110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requests GROUP BY …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Топ-10 питань = 60% запитів → кеш окупиться в перший день; усі запити унікальні → почніть з іншого механізму.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метрики кешу — і здорові межі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120640"/>
                <a:gridCol w="37764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Ваш hit 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запити, що взагалі не пішли в модель — повторний виклик прибрано цілком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лічильники hit/miss у сервісі; з W5 — плитка консолі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Кеш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токени, обслужені з кешу префікса — дешевші всередині виклику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частка кешованих токенів у полі usage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Буває, ваш кеш майже не влучає, а рахунок нижчий за очікуваний: системний промпт стабільний — провайдер кешує його сам. Дивіться на обидві.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48640" y="42062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431596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— кеш мертвий вантаж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3232" y="4626864"/>
            <a:ext cx="5065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є, ефекту немає: або трафік без повторів, або ключ занадто чутливий до формулювань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63640" y="42062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5" name="Text 11"/>
          <p:cNvSpPr/>
          <p:nvPr/>
        </p:nvSpPr>
        <p:spPr>
          <a:xfrm>
            <a:off x="6428232" y="431596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Підозріло високий — придивіться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28232" y="4626864"/>
            <a:ext cx="5065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можливо, кешуєте заборонене (блок 02): рекордна цифра куплена ціною застарілих чи чужих відповідей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без розуміння меж — теж віра, просто з цифрою.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систему — і це двосічно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E9F3EE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Острівець передбачуваності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0657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зафіксував відповідь — усі наступні однакові отримують рівно її. Двоє клієнтів не отримають суперечливих інструкцій; оператор бачить стабільну поведінку, а не варіації. Найдешевший спосіб зменшити «розкид», коли він шкодить.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155448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F9E9E8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консервує помилку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28232" y="1975104"/>
            <a:ext cx="50657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невдала відповідь роздається всім, хто спитає так само, до кінця TTL. Без кешу вона випадкова; з кешем — систематична. У звітності — підступно добре: hit ratio високий, вартість низька — а в кеші лежить сміття.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931920"/>
            <a:ext cx="11091672" cy="2148840"/>
          </a:xfrm>
          <a:prstGeom prst="roundRect">
            <a:avLst>
              <a:gd name="adj" fmla="val 4255"/>
            </a:avLst>
          </a:prstGeom>
          <a:solidFill>
            <a:srgbClr val="E9F3EE"/>
          </a:solidFill>
          <a:ln/>
        </p:spPr>
      </p:sp>
      <p:sp>
        <p:nvSpPr>
          <p:cNvPr id="16" name="Text 13"/>
          <p:cNvSpPr/>
          <p:nvPr/>
        </p:nvSpPr>
        <p:spPr>
          <a:xfrm>
            <a:off x="713232" y="402336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13232" y="4261104"/>
            <a:ext cx="1076248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Фільтр перед записом: відповідь дійшла нормально, не заглушка деградації, не відмова фільтра безпеки (W4), не порожня. Сьогодні: </a:t>
            </a:r>
            <a:pPr indent="0" marL="0">
              <a:buNone/>
            </a:pPr>
            <a:r>
              <a:rPr lang="en-US" sz="110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== 200 &amp;&amp; toolCall == null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наступного тижня доросте до </a:t>
            </a:r>
            <a:pPr indent="0" marL="0">
              <a:buNone/>
            </a:pPr>
            <a:r>
              <a:rPr lang="en-US" sz="110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 &amp;&amp; status == 200 &amp;&amp; toolCall == null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межа переживає новий шар, не змінюючи сенсу. У проді додається </a:t>
            </a:r>
            <a:pPr indent="0" marL="0">
              <a:buNone/>
            </a:pPr>
            <a:r>
              <a:rPr lang="en-US" sz="110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 == "stop"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щоб не законсервувати обрізану відповідь. Кешувати помилку можна — свідомо і коротко (негативне кешування), з окремим, у рази меншим TTL.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Скидання кешу — операційна процедура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693469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600200"/>
            <a:ext cx="16020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242109" y="160020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16429" y="1600200"/>
            <a:ext cx="2220163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62149" y="1600200"/>
            <a:ext cx="212872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736592" y="160020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10912" y="1600200"/>
            <a:ext cx="1759306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56632" y="1600200"/>
            <a:ext cx="166786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…і чесно поїхали в кеш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70218" y="160020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044538" y="1600200"/>
            <a:ext cx="149595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90258" y="1600200"/>
            <a:ext cx="14045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540496" y="160020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814816" y="1600200"/>
            <a:ext cx="2351837" cy="658368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1600200"/>
            <a:ext cx="226039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заглушки роздаються ще годину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48640" y="2514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контуру: </a:t>
            </a:r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що народилося у fallback-гілці (урок 7), у кеш не потрапляє ніколи.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548640" y="30632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317296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Мінімум: версія в ключі — вже є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13232" y="3483864"/>
            <a:ext cx="5065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Активна версія промпта — частина ключа: зміна промпта автоматично робить старі записи недосяжними. Найнебезпечніший сценарій закритий архітектурно.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263640" y="306324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28232" y="317296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рівень: «епох»-номер у ключі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428232" y="3483864"/>
            <a:ext cx="5065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Службовий номер, який збільшуєте вручну: одна зміна значення — весь кеш логічно порожній, без жодного видалення.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13232" y="498348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 СЦЕНАРІЙ ІНЦИДЕНТУ (УРОК 12)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13232" y="5221224"/>
            <a:ext cx="10762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«Після відновлення провайдера — скинути кеш, якщо в період збою могли записатися заглушки». Рівно той пункт, який під час першого справжнього інциденту не згадає ніхто, — а користувачі побачать наслідки.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Свіжість: віддати старе — і оновити у фоні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394960" cy="1645920"/>
          </a:xfrm>
          <a:prstGeom prst="roundRect">
            <a:avLst>
              <a:gd name="adj" fmla="val 5556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Жорсткий TTL — вибір із двох зол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0657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— кеш майже не влучає. Довгий — роздаєте застаріле. Обидва варіанти програшні для половини трафіку.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1554480"/>
            <a:ext cx="5394960" cy="1645920"/>
          </a:xfrm>
          <a:prstGeom prst="roundRect">
            <a:avLst>
              <a:gd name="adj" fmla="val 5556"/>
            </a:avLst>
          </a:prstGeom>
          <a:solidFill>
            <a:srgbClr val="E9F3EE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варіант: запис має два строки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28232" y="1975104"/>
            <a:ext cx="50657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«Свіжий до» — віддаємо як є. Свіжість вийшла, «придатний до» ще ні — все одно віддаємо старе + один фоновий виклик оновлює запис. Користувачу — мілісекунди; наступний бачить нове.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33832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для LLM це вигідніше, ніж для звичайного API: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miss'а — секунди очікування і реальні гроші, а «застаріла» інструкція не псується за годину. Виграш: hit ratio росте, p95 не стрибає. Ціна — складність (фоновий виклик + захист від лавини оновлень).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" y="461772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13232" y="4855464"/>
            <a:ext cx="1076248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пароль» може жити добу; статус замовлення — не має права жити й хвилини. Один TTL на все неправильний для половини трафіку: TTL — властивість класу запиту, а не налаштування кеша.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Інвалідація: коли кеш має вмерти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 комп'ютерних науках є дві найважчі задачі: інвалідація кешу і найменування» — жарт старий, бо правдивий.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01168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1214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— вже працює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3232" y="2432304"/>
            <a:ext cx="5065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Безкоштовно, через ключ (блок 03). Найнебезпечніший сценарій застарівання закритий архітектурно.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63640" y="201168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28232" y="21214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— відповіді старіють за часом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28232" y="2432304"/>
            <a:ext cx="5065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нашому in-memory кеші його поки немає: записи живуть до рестарту. Чесний компроміс для навчального контуру; додати TTL — опційна частина ДЗ тижня 3.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48640" y="3794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у проді»: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винесене сховище (Redis уже в compose під профілем advanced) з TTL на кожному записі: переживає рестарти, ділиться між репліками — але приносить мережевий хоп і власні режими відмови. Драбина: процесна пам'ять → винесене сховище, коли реплік стане більше однієї.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7548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8" name="Text 15"/>
          <p:cNvSpPr/>
          <p:nvPr/>
        </p:nvSpPr>
        <p:spPr>
          <a:xfrm>
            <a:off x="713232" y="484632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13232" y="5084064"/>
            <a:ext cx="107624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Інвалідація «вручну і потім»: кеш чистять рестартом сервісу, коли хтось помітив дивну відповідь. Тоді межа свіжості вашої системи — «коли хтось помітить». TTL і промпт-у-ключі коштують годину роботи і прибирають цілий клас «привидів» назавжди.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15568" y="557784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5" name="Text 3"/>
          <p:cNvSpPr/>
          <p:nvPr/>
        </p:nvSpPr>
        <p:spPr>
          <a:xfrm>
            <a:off x="1115568" y="5577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7" name="Text 5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12848" y="329184"/>
            <a:ext cx="7327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cache: окрема ліга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153619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Точний збіг не зловить </a:t>
            </a:r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 ≈ «забув пароль, що робити?»</a:t>
            </a:r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для людини це те саме питання. Semantic cache порівнює не рядки, а embedding'и: запит → вектор → найближчий збережений → схожість вища за поріг — віддається його відповідь.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2542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приходить у комплекті: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880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9E9E8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299008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схожості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3232" y="3300984"/>
            <a:ext cx="32369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операційний параметр: занизький — не влучає; зависокий — хибні влучання: «як змінити пароль» і «як змінити тариф» ближчі, ніж хотілося б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06824" y="28803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990088"/>
            <a:ext cx="3236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embedding'ів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471416" y="3300984"/>
            <a:ext cx="323697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запит потребує векторизації: дешевше за генерацію, але не безкоштовно — і падає у cost-облік (правило L04: рахується все)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065008" y="2880360"/>
            <a:ext cx="3575304" cy="2148840"/>
          </a:xfrm>
          <a:prstGeom prst="roundRect">
            <a:avLst>
              <a:gd name="adj" fmla="val 4255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0" y="299008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Окреме сховище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229600" y="3300984"/>
            <a:ext cx="324612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векторний пошук потребує відповідної бази — її деплою, моніторингу і бекапів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ECEBFB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534924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3232" y="5586984"/>
            <a:ext cx="10762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виміряйте, скільки дає точний кеш на вашому трафіку: часто люди формулюють часті питання одноманітніше, ніж здається, — і точного кешу досить. У курсі semantic cache — опційна доріжка (Redis з advanced-профілю + схожість, опційна частина ДЗ тижня 3).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8992" y="15544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 — вдруге latency_ms &lt; 50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78992" y="242316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 у лозі: другий рядок — з нульовими токенами (виклику моделі не було)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3832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78992" y="329184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rollback-тест ключа: rollback промпта → кеш не віддає стару відповідь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25196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78992" y="416052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#10482?» — не кешується: межа тримається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818120" y="1645920"/>
            <a:ext cx="3822192" cy="3108960"/>
          </a:xfrm>
          <a:prstGeom prst="roundRect">
            <a:avLst>
              <a:gd name="adj" fmla="val 2941"/>
            </a:avLst>
          </a:prstGeom>
          <a:solidFill>
            <a:srgbClr val="ECEBFB"/>
          </a:solidFill>
          <a:ln/>
        </p:spPr>
      </p:sp>
      <p:sp>
        <p:nvSpPr>
          <p:cNvPr id="20" name="Text 17"/>
          <p:cNvSpPr/>
          <p:nvPr/>
        </p:nvSpPr>
        <p:spPr>
          <a:xfrm>
            <a:off x="7982712" y="1737360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982712" y="1975104"/>
            <a:ext cx="349300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три рішення уроку живими, на реальному лозі: метрику (економія виміряна, а не заявлена), ключ (rollback не воскрешає стару поведінку) і межу (персональне з tool-викликом у кеш не йде).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кадр ви повторите руками в лабораторній.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15568" y="148132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Обгорнути виклик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→ пошук у кеші → hit віддає збережене, miss іде в модель і зберігає (умови — з блоку 04); лічильники hits/misses — у тому самому діфі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4505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15568" y="2377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ефект руками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двічі: перший — сотні мс, другий — ~0; у лозі другий рядок з нульовими токенами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33467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15568" y="3273552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Довести, що промпт у ключі працює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закешувати → rollback промпта на «поганий» v1 (урок 2) → спитати знову: іде новий (чесно поганий) виклик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24281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" y="4169664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Промацати межі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#10482?» — чому не кешуємо (персональний стан, tool-виклик); tool-відповіді в кеш не потрапляють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48640" y="51389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15568" y="5065776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 · опційно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створення + термін життя; прострочений запис — miss. Заготовка під опційну частину ДЗ тижня 3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E9F3E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Економія — виміряна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" y="2020824"/>
            <a:ext cx="33284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рядок у лозі з нульовими токенами: виклику моделі не було. Механізм і метрика — в одному діфі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799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не бреше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07992" y="2020824"/>
            <a:ext cx="33284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промпта → кеш не віддає стару відповідь: інвалідація автоматична, без жодного коду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F9E9E8"/>
          </a:solidFill>
          <a:ln/>
        </p:spPr>
      </p:sp>
      <p:sp>
        <p:nvSpPr>
          <p:cNvPr id="14" name="Text 11"/>
          <p:cNvSpPr/>
          <p:nvPr/>
        </p:nvSpPr>
        <p:spPr>
          <a:xfrm>
            <a:off x="830275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тримається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02752" y="2020824"/>
            <a:ext cx="33284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 питання з tool-викликом у кеш не потрапило — коректність сильніша за hit ratio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6908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ECEBFB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4251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урок — у трьох кадрах: метрика, ключ, межа.
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став механізмом, а не талісманом: у нього є цифра ефективності, контракт коректності і чітко проведена заборона.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557784"/>
            <a:ext cx="18745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3" name="Text 1"/>
          <p:cNvSpPr/>
          <p:nvPr/>
        </p:nvSpPr>
        <p:spPr>
          <a:xfrm>
            <a:off x="9768535" y="55778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· РЕФЛЕКСІЯ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91672" cy="3090672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18379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837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28016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запит віддається з кешу (~0 мс) і не породжує виклик моделі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9631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4414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лічильники hit/miss інкрементуються в різних гілках — видно в діфі коду; плитка з цими числами оживе на тижні 5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15468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80160" y="30998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можу пояснити, чому промпт — частина ключа і який баг це прибирає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381304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80160" y="37581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знаю, які відповіді кешувати заборонено — і чому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48280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7190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1554480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без лічильника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«здається, допомагає» — це не метрика: механізм без цифри неможливо ні захистити, ні вимкнути обґрунтовано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45059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6151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88720" y="2450592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без версії промпта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стара поведінка переживає rollback — і розслідування «чому воно досі відповідає по-старому» з'їдає день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4670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35112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88720" y="334670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Кешувати персональні відповіді й результати tool-викликів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перше — витік чужих даних, друге — впевнена брехня про застарілий стан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424281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4074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88720" y="4242816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Починати з semantic cache, не виміривши точний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складність, сховище і хибні влучання — в обмін на приріст, якого ви ще не порахували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до наступного уроку (без здачі)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1488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закріпити лабу: повторний запит — ~0 мс, лічильники ростуть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на своєму стеку rollback-експеримент (крок 3 лаби) — промпт у ключі рятує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3703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сформулювати для себе список «що в моїй системі кешувати заборонено»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6002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170992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92240" y="21488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для записів кешу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92240" y="28803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подивитися на Redis у профілі advanced — місце для винесеного кешу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48920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3 — після наступного уроку: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кеш та інструменти. Сьогоднішня частина вже у вас в руках; після наступного уроку додадуться tool-виклики з таймаутом та ідемпотентністю — і тиждень здається одним PR. Критерії — у файлі ДЗ після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325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і найдешевша відповідь — та, по яку не треба йти в модель; кеш — третій механізм контуру вартості і єдиний, що заодно ріже latency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89280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measure-first: лічильники hit/miss народжуються в одному діфі з кешем; hit ratio має здорові межі в обидва боки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914400" y="2459736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контракт коректності: модель + промпт + повідомлення; промпт у ключі = автоматична інвалідація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детермінізує систему — і консервує помилки: у кеш ідуть лише успішні відповіді без tool-викликів; скидання кешу — операційна процедура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— окрема ліга: поріг схожості, вартість embedding'ів, сховище; спершу виміряйте точний кеш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4526280"/>
            <a:ext cx="105156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681728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6 · Tool calls: коли модель починає діяти
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side-effect'и. Дія потребує schema, таймаута, ідемпотентності — а незворотна дія ще й людини, яка скаже «так». Саме там межа «tool-відповіді не кешуємо» перестане бути теорією.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5 з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2026-08-08T21:04:14Z</dcterms:created>
  <dcterms:modified xsi:type="dcterms:W3CDTF">2026-08-08T21:04:14Z</dcterms:modified>
</cp:coreProperties>
</file>