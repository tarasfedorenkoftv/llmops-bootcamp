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ТЕМА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ТЕМИ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одну тему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669280"/>
            <a:ext cx="2423160" cy="438912"/>
          </a:xfrm>
          <a:prstGeom prst="roundRect">
            <a:avLst>
              <a:gd name="adj" fmla="val 20833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5669280"/>
            <a:ext cx="2313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«Як скинути пароль?» ✓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081528" y="58887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58201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5669280"/>
            <a:ext cx="2423160" cy="438912"/>
          </a:xfrm>
          <a:prstGeom prst="roundRect">
            <a:avLst>
              <a:gd name="adj" fmla="val 20833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5669280"/>
            <a:ext cx="2313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«Де моє замовлення?» ✕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961888" y="58887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58201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5669280"/>
            <a:ext cx="2423160" cy="438912"/>
          </a:xfrm>
          <a:prstGeom prst="roundRect">
            <a:avLst>
              <a:gd name="adj" fmla="val 20833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5669280"/>
            <a:ext cx="2313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результат tool-виклику ✕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8842248" y="58887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58201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5669280"/>
            <a:ext cx="2423160" cy="438912"/>
          </a:xfrm>
          <a:prstGeom prst="roundRect">
            <a:avLst>
              <a:gd name="adj" fmla="val 20833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5669280"/>
            <a:ext cx="2313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ціни · залишки · статуси ✕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4904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74904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запитів одночасно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43342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холодний ключ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08152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20954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3447288" y="374904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3502152" y="374904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лок або «запит-лідер»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447288" y="43342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решта чекають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96188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608990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327648" y="374904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382512" y="374904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виклик моделі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327648" y="43342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100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84224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97026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9208008" y="374904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9262872" y="374904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віддано з кешу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786384" y="499262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523951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523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50200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5276088"/>
            <a:ext cx="10168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(Тема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54223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7" name="Text 13"/>
          <p:cNvSpPr/>
          <p:nvPr/>
        </p:nvSpPr>
        <p:spPr>
          <a:xfrm>
            <a:off x="749808" y="5422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243584" y="555040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 №1 → модель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6692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X (будь-яка)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08152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320954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344728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350215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 зберіг X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44728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якщо status 200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6188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608990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632764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38251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запити №2…n → X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32764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однакові, миттєві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84224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897026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920800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926287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заглушка → X назавжди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920800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систематична помилка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66928" y="45262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9808" y="48508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48508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46542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4910328"/>
            <a:ext cx="101681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566928" y="5596128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5742432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(Тема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B3261E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54681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5468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5550408"/>
            <a:ext cx="10168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536752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4904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" y="374904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«забув пароль, що робити?»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66928" y="43342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формулювання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95020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407822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4315968" y="37490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4370832" y="37490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вектор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15968" y="4334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виклик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96188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608990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6327648" y="37490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382512" y="37490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схожість ≥ поріг?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327648" y="4334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низько — чужа відповідь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97356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810158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8339328" y="374904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8394192" y="374904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для «Як скинути пароль?»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48463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786384" y="52303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285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7492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6285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6168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285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56285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7492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56285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56448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1" name="Text 28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Чат · localhost:4200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811158" y="2176272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920886" y="2176272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скинути пароль?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266176" y="2582951"/>
            <a:ext cx="2710282" cy="484175"/>
          </a:xfrm>
          <a:prstGeom prst="roundRect">
            <a:avLst>
              <a:gd name="adj" fmla="val 18886"/>
            </a:avLst>
          </a:prstGeom>
          <a:solidFill>
            <a:srgbClr val="1E1A2B"/>
          </a:solidFill>
          <a:ln/>
        </p:spPr>
      </p:sp>
      <p:sp>
        <p:nvSpPr>
          <p:cNvPr id="36" name="Text 33"/>
          <p:cNvSpPr/>
          <p:nvPr/>
        </p:nvSpPr>
        <p:spPr>
          <a:xfrm>
            <a:off x="8375904" y="2582951"/>
            <a:ext cx="2490826" cy="48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Надішліть запит на email підтримки — інструкція прийде листом.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302752" y="3112846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 · 1.2 s · 84 токени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8811158" y="3368878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8920886" y="3368878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скинути пароль?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8266176" y="3775558"/>
            <a:ext cx="2710282" cy="484175"/>
          </a:xfrm>
          <a:prstGeom prst="roundRect">
            <a:avLst>
              <a:gd name="adj" fmla="val 18886"/>
            </a:avLst>
          </a:prstGeom>
          <a:solidFill>
            <a:srgbClr val="1E1A2B"/>
          </a:solidFill>
          <a:ln/>
        </p:spPr>
      </p:sp>
      <p:sp>
        <p:nvSpPr>
          <p:cNvPr id="41" name="Text 38"/>
          <p:cNvSpPr/>
          <p:nvPr/>
        </p:nvSpPr>
        <p:spPr>
          <a:xfrm>
            <a:off x="8375904" y="3775558"/>
            <a:ext cx="2490826" cy="48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Надішліть запит на email підтримки — інструкція прийде листом.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8302752" y="4305452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· 0 мс · 0 токенів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92608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8152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61188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1148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27024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80060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429000"/>
          </a:xfrm>
          <a:prstGeom prst="roundRect">
            <a:avLst>
              <a:gd name="adj" fmla="val 21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· після Теми 5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66176" y="2139696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39328" y="2176272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8339328" y="2623139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387840" y="2139696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460992" y="2176272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9460992" y="2623139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$0.0045 / $5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10509504" y="2139696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582656" y="2176272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0582656" y="2623139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266176" y="3653028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39328" y="3689604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8339328" y="4136471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9387840" y="3653028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460992" y="3689604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460992" y="4136471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50%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10509504" y="3653028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582656" y="3689604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582656" y="4136471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66928" y="53492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955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У наступній темі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наступної теми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У наступній темі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2026-09-08T15:09:28Z</dcterms:created>
  <dcterms:modified xsi:type="dcterms:W3CDTF">2026-09-08T15:09:28Z</dcterms:modified>
</cp:coreProperties>
</file>