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5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Кешування: точний кеш,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і semantic cache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66928" y="3255264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однакових питань за день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66928" y="351129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2670048" y="3583716"/>
            <a:ext cx="4297680" cy="257495"/>
          </a:xfrm>
          <a:prstGeom prst="roundRect">
            <a:avLst>
              <a:gd name="adj" fmla="val 17756"/>
            </a:avLst>
          </a:prstGeom>
          <a:solidFill>
            <a:srgbClr val="C62A2A"/>
          </a:solidFill>
          <a:ln/>
        </p:spPr>
      </p:sp>
      <p:sp>
        <p:nvSpPr>
          <p:cNvPr id="16" name="Text 13"/>
          <p:cNvSpPr/>
          <p:nvPr/>
        </p:nvSpPr>
        <p:spPr>
          <a:xfrm>
            <a:off x="7196328" y="351129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викликів у модель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66928" y="4096512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кешем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2670048" y="4168932"/>
            <a:ext cx="137160" cy="257495"/>
          </a:xfrm>
          <a:prstGeom prst="roundRect">
            <a:avLst>
              <a:gd name="adj" fmla="val 33333"/>
            </a:avLst>
          </a:prstGeom>
          <a:solidFill>
            <a:srgbClr val="1B8A5A"/>
          </a:solidFill>
          <a:ln/>
        </p:spPr>
      </p:sp>
      <p:sp>
        <p:nvSpPr>
          <p:cNvPr id="19" name="Text 16"/>
          <p:cNvSpPr/>
          <p:nvPr/>
        </p:nvSpPr>
        <p:spPr>
          <a:xfrm>
            <a:off x="7196328" y="4096512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виклик + 99 hit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57200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BE9E9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95604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«Кеш же є, значить економимо». Скільки? На яких запитах? Без цифр — талісман.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5568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УРОКУ — MEASURE-FIRST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824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— в один урок і в один діф із кешем. Інакше це віра.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можна — а що заборонено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детермінована і не-персональна: «Як скинути пароль?», «Які тарифи?»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06324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374904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зібрані зі стану зовнішньої системи в конкретну мить — за годину брешуть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4389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4544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5074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кеш прибирає виклик; кеш префікса здешевлює його зсередини. Складаються.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кешування — питання коректності, а не продуктивності.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це контракт коректності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— кеш ще віддає старе; rollback полагодив, а користувач бачить старе.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→ інвалідація автоматична: нова версія, нові записи.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рішення про еквівалентність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587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587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587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39242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39242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39242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1389888" y="4443984"/>
            <a:ext cx="9418320" cy="0"/>
          </a:xfrm>
          <a:prstGeom prst="line">
            <a:avLst/>
          </a:prstGeom>
          <a:noFill/>
          <a:ln w="1905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79346" y="4379976"/>
            <a:ext cx="128016" cy="128016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113751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пробіли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151376" y="437997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320954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регістр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9614002" y="4379976"/>
            <a:ext cx="128016" cy="128016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2" name="Text 19"/>
          <p:cNvSpPr/>
          <p:nvPr/>
        </p:nvSpPr>
        <p:spPr>
          <a:xfrm>
            <a:off x="8672170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пунктуація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66928" y="453542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безпечно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9802368" y="453542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змінює зміст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566928" y="4956048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0840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5340096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коду: виклик моделі стає гілкою miss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 що цей код мовчить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40690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2153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ratio: що рахуємо і що з цим робимо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~0 мс проти сотень мілісекунд походу в модель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936345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703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831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ТОЙ САМИЙ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087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і метрика — разом; на тижні 5 лічильники стануть плиткою Cache-hit.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27608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Перед кешем витягніть із лога топ повторів: топ-10 це 60% трафіку?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метрики кешу — і межі здорової цифри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hit ratio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Кеш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кешованих токенів у usage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BE9E9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0% — кеш мертвий вантаж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68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шар є, ефекту немає: унікальні питання або надто чутливий ключ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81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12" name="Text 8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Підозріло високий — теж сигнал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83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рекордна цифра куплена застарілими або чужими відповідями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86384" y="555040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кешувати» — теж інженерне рішення, і ухвалюють його ті самі цифри.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систему — і це двосічно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 невдала відповідь випадкова, з кешем — систематична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Пишемо в кеш лише повноцінну відповідь: сьогодні це status == 200.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3035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8F0E2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4498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Скидання кешу — операційна процедура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Те, що народилося у fallback-гілці (урок 7), у кеш не потрапляє ніколи.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29" name="Text 26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Свіжість: віддати старе — і оновити у фоні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«свіжий до» — віддаємо як є; далі старе + фоновий виклик оновлює запис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310128"/>
            <a:ext cx="3706978" cy="475488"/>
          </a:xfrm>
          <a:prstGeom prst="roundRect">
            <a:avLst>
              <a:gd name="adj" fmla="val 13462"/>
            </a:avLst>
          </a:prstGeom>
          <a:solidFill>
            <a:srgbClr val="E9F4EF"/>
          </a:solidFill>
          <a:ln/>
        </p:spPr>
      </p:sp>
      <p:sp>
        <p:nvSpPr>
          <p:cNvPr id="14" name="Text 11"/>
          <p:cNvSpPr/>
          <p:nvPr/>
        </p:nvSpPr>
        <p:spPr>
          <a:xfrm>
            <a:off x="713232" y="3310128"/>
            <a:ext cx="34143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свіжий  </a:t>
            </a:r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як є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328770" y="3310128"/>
            <a:ext cx="4370832" cy="475488"/>
          </a:xfrm>
          <a:prstGeom prst="roundRect">
            <a:avLst>
              <a:gd name="adj" fmla="val 13462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4475074" y="3310128"/>
            <a:ext cx="4078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застарілий  </a:t>
            </a:r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старе + фоновий рефреш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754466" y="3310128"/>
            <a:ext cx="2821838" cy="475488"/>
          </a:xfrm>
          <a:prstGeom prst="roundRect">
            <a:avLst>
              <a:gd name="adj" fmla="val 13462"/>
            </a:avLst>
          </a:prstGeom>
          <a:solidFill>
            <a:srgbClr val="FBE9E9"/>
          </a:solidFill>
          <a:ln/>
        </p:spPr>
      </p:sp>
      <p:sp>
        <p:nvSpPr>
          <p:cNvPr id="18" name="Text 15"/>
          <p:cNvSpPr/>
          <p:nvPr/>
        </p:nvSpPr>
        <p:spPr>
          <a:xfrm>
            <a:off x="8900770" y="3310128"/>
            <a:ext cx="25292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прострочений  </a:t>
            </a:r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— ідемо в модель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66928" y="38221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життя запису →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566928" y="4187952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572000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коштує секунди й гроші, а «застаріла» інструкція не псується за годину.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запиту: пароль може жити добу, статус замовлення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драбина сховищ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12" name="Text 9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cache: коли точного збігу мало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4074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вдруге ~0 мс і нульові токени в лозі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ефект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межі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було. Наступного уроку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запит відповідає ~миттєво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ростуть правильно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інвалідує кеш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кешувати заборонено — і чому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без лічильників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поза ключем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персональні відповіді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TTL на все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 для записів кешу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3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об'єднає кеш та інструменти: сьогоднішня частина вже у вас в руках, після наступного уроку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6 · Tool calls: коли модель починає діяти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Досі бот тільки говорив — найгірше, що він міг, це відповісти неправильно. Наступного уроку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2026-08-16T12:19:22Z</dcterms:created>
  <dcterms:modified xsi:type="dcterms:W3CDTF">2026-08-16T12:19:22Z</dcterms:modified>
</cp:coreProperties>
</file>