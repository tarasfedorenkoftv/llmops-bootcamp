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«Ну, кеш же є, значить економимо». Скільки? На яких запитах? Чи не віддаємо застаріле після зміни промпта? Без цифр кеш — талісман, а не механізм.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з'являються разом із кешем: в один урок і в один діф. Кеш без метрики — віра, а не інженерія.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(завжди відповідаємо так) і не-персональна: «Як скинути пароль?», «Які у вас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 цілком. Кеш префікса у провайдера (урок 4) здешевлює виклик зсередини. Вони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нової версії — кеш далі віддає відповіді старої. Дзеркально і підступніше: rollback полагодив регресію, а користувачі ще годину бачать стару поведінку.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змінили версію — старі записи стали недосяжними самі.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вітрина — коли з'явиться шар вітрини: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 ніж вмикати кеш — витягніть із лога топ повторюваних питань. Топ-10 це 60% трафіку? Окупиться першого ж дня.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або питання справді унікальні, або ключ надто чутливий до формулювання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буває куплена ціною застарілих або чужих відповідей: перевірте, що саме потрапляє в кеш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ухвалюється воно тими самими цифрами, що й «кешувати». Метрика без розуміння меж — та сама віра, просто з цифрою.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невдала відповідь роздається всім до кінця TTL: без кешу вона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Фільтр перед записом: відповідь дійшла нормально, не заглушка деградації, не відмова фільтра безпеки, не порожня.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miss'а — секунди очікування і реальні гроші, а «застаріла» інструкція не псується за годину. Виграш: hit ratio росте, p95 не стрибає.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пароль» може жити добу; статус замовлення — не має права жити й хвилини. TTL — властивість класу запиту, а не налаштування кеша.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2026-08-11T18:36:53Z</dcterms:created>
  <dcterms:modified xsi:type="dcterms:W3CDTF">2026-08-11T18:36:53Z</dcterms:modified>
</cp:coreProperties>
</file>