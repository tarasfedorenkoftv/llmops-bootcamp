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FF6B6B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3FCF8E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06180F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0B1A38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1A0808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