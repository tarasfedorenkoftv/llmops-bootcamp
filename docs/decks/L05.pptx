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п'ятому уроці — першому уроці тижня «Кеш + tools». Минулого тижня ви навчилися бачити гроші в кожному рядку лога і маршрутизувати запити між моделями. Сьогодні додаємо третій механізм контуру вартості — кеш. Ідея проста: найшвидша і найдешевша відповідь — та, по яку взагалі не треба йти в модель. Але простота оманлива: кеш — це механізм із наслідками для коректності. Тому сьогодні ми не лише обгорнемо виклик моделі кешем, а й зберемо ключ, який не бреше після зміни промпта, увімкнемо лічильники hit/miss з першої ж хвилини — і чесно проведемо межу: що кешувати можна, що заборонено, і чому «не кешувати» — теж інженерне рішення. Наприкінці — опційний блок про semantic cache: що він дає і що приходить у комплекті. А в лабораторній ви побачите економію на власні очі — виміряну, а не заявлену.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обгорнути виклик моделі кешем так, щоб hit віддавав збережене, а miss ішов у модель і зберігав результат; зібрати ключ кешу, який не бреше, — модель, промпт і повідомлення, — і пояснити, чому саме текст промпта в ключі обов'язковий; увімкнути лічильники hit/miss в одному діфі з кешем і сказати, які три операційні цифри випливають із hit ratio; довести rollback-експериментом, що зміна промпта автоматично інвалідує кеш — без жодного коду інвалідації; провести межу кешування: назвати, які відповіді кешувати заборонено і чому це питання коректності, а не продуктивності; і пояснити, коли варто дивитися в бік semantic cache — і які три речі приходять із ним у комплекті. Кожен пункт ви перевірите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повтори у трафіку підтримки — це подвійний податок, грошима і часом, і правило уроку — measure-first: метрика народжується разом із механізмом. Далі межі: що кешувати можна, а що заборонено — і чому межа проходить по природі відповіді, а не по її ціні. Потім найважливіше рішення уроку — ключ кешу як контракт коректності: чому текст промпта мусить бути частиною ключа. Після цього розтин коду: словник у пам'яті, гілка miss, три операційні рішення в кількох рядках. Блок п'ять — метрика: hit ratio і три цифри, які з нього випливають. Блок шість — найцікавіший побічний ефект: кеш робить систему детермінованою, і це двосічно. Сьомий — інвалідація: промпт-у-ключі плюс TTL, і драбина від процесної пам'яті до Redis. Восьмий, опційний, — semantic cache. Потім лабораторна на чотири обов'язкові частини, антипатерни і домашнє завдання.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Hit і miss — влучання і промах: hit означає, що відповідь знайшлася в кеші й у модель ми не пішли. Hit ratio — частка запитів, які обійшлися без моделі; це головна метрика уроку. Ключ кешу — рядок, за яким ми шукаємо збережену відповідь; сьогодні побачимо, що він є контрактом коректності, а не технічною дрібницею. TTL — час життя запису: скільки відповідь вважається придатною. Інвалідація — вихід записів з обігу, коли вони більше не відповідають дійсності; у нас вона станеться автоматично через промпт у ключі. І semantic cache — кеш, який шукає не точний збіг, а схоже за змістом питання; це опційна частина уроку, і в комплекті з ним приходить своя ціна. Далі кожне побачимо в коді.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трафіку підтримки повно повторів. «Як скинути пароль?» прилітає сотні разів на день майже однаковими словами — і без кешу ви щоразу платите двічі. Грошима: минулий урок якраз навчив бачити їх у кожному рядку лога. І часом очікування користувача: однакове питання, однакова відповідь, а токени і сотні мілісекунд — щоразу нові. Але з кешем є пастка, у яку заходить більшість команд: його вмикають — і не міряють. «Ну, кеш же є, значить економимо». Скільки? На яких запитах? А чи не віддаємо ми застарілі відповіді після зміни промпта? Без цифр ці питання повисають у повітрі, і кеш перетворюється з механізму на талісман. Тому в цьому уроці правило measure-first: лічильники hit і miss з'являються разом із кешем — в один урок і в один діф. Не «спершу заведемо, потім якось поміряємо»: миттю, коли з'являється механізм, з'являється і його метрика. Навіщо цей шар взагалі: кеш — третій механізм контуру вартості після routing і cost-обліку, і єдиний, що заодно ріже latency. А ще це перший механізм курсу з власною метрикою ефективності — hit ratio. На тижні 5 вона стане плиткою консолі; сьогодні — двома лічильниками.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писати код, треба провести межу, бо кеш — це механізм із наслідками для коректності. Ідеальний кандидат — відповідь детермінована, тобто на це питання завжди відповідаємо так, і не-персональна — однакова для всіх. «Як скинути пароль?», «Які у вас тарифи?» — класика. А ось що кешувати заборонено. Персональні відповіді: «Де моє замовлення?» — у кожного своє; закешували відповідь одного користувача — віддали її іншому, і це вже не баг продуктивності, а інцидент із чужими даними. Результати tool-викликів: відповідь зібрана зі стану зовнішньої системи в конкретну мить — статус замовлення, залишок на складі; за годину вона бреше. І все, що залежить від швидкозмінного стану: ціни під час розпродажу, статус інциденту, наявність місць — свіжість тут і є продуктом. Зверніть увагу: межа проходить не по «дорогих» чи «частих» запитах, а по природі відповіді. Часте і дороге — аргумент кешувати; персональне і мінливе — заборона, яка сильніша за будь-який аргумент. І термінологічна страховка: наш сьогоднішній кеш — це кеш відповідей у сервісі. Він не те саме, що провайдерський кеш префікса промпта з минулого уроку: той здешевлює вхідні токени всередині виклику і вмикається на боці провайдера. Рівні різні й чудово складаються: провайдерський робить кожен miss дешевшим, наш — прибирає повторні виклики цілком.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 у нашому кеші — конкатенація трьох речей: модель, текст system-промпта і повідомлення користувача. Повідомлення в ключі — очевидно. Модель — теж зрозуміло: mini і strong відповідають по-різному, змішувати їхні відповіді не можна. А от третій компонент — сам текст system-промпта — це найважливіше рішення сьогоднішнього уроку. Уявіть, що промпта в ключі немає. Ви закешували сотню відповідей, потім зробили promote нової версії промпта — а кеш продовжує віддавати відповіді, згенеровані старою. Або дзеркальний сценарій, ще підступніший: активна версія виявилася поганою, ви зробили rollback, регресію полагодили — а користувачі ще годину бачать закешовану стару поведінку. «Полагодили, а воно працює по-старому» — це класичний слід кешу з неповним ключем. Промпт у ключі робить інвалідацію автоматичною: нова версія — інший текст — інші ключі — старі записи просто перестають знаходитись. Жодного коду інвалідації писати не треба; коректність вбудована в саму адресацію. З практики: найдорожчий випуск із ключа я бачив не в промпті, а в тенанті. У мультитенантних системах — а платформа, яку я супроводжую, саме така: кредентіали, дозволи й дані ізольовані по тенантах — кеш, ключований лише «модель + промпт + текст», гарантує аварію: два клієнти з однаковим питанням отримають одну відповідь, зібрану з чужих даних. Це вже не «менше влучань», це витік між клієнтами. Тому там у ключі поруч стоїть ідентифікатор тенанта, а часто й версія деплою — і тільки після цього кеш взагалі вмикають.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Окрема тема — нормалізація повідомлення в ключі. Спокуса очевидна: привести до нижнього регістру, прибрати пунктуацію, стиснути пробіли — і hit ratio виросте, бо «Як скинути пароль?» і «як скинути пароль» стануть одним записом. Але дивіться, що ви насправді робите. Прибрати зайві пробіли — безпечно. Нижній регістр — майже завжди правда: два тексти справді заслуговують однакової відповіді. А от видалена пунктуація — вже не завжди: «не працює. оплата пройшла» і «не працює оплата, пройшла» — це два різні звернення, а після нормалізації вони стануть одним ключем і однією відповіддю. Агресивніша нормалізація — це рішення про еквівалентність: ви стверджуєте, що два різні тексти заслуговують однакової відповіді. Правило те саме, що з ключем: нормалізація — частина контракту коректності, і кожен її крок має бути свідомим. Помітьте зв'язок із метрикою: нормалізація — найдешевший спосіб підняти hit ratio, і саме тому вона найнебезпечніша. Цифра росте, а коректність тихо їде. Коли в блоці 05 говоритимемо про здорові межі hit ratio — це один зі способів «купити» рекордну цифру не тією ціною.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Механізм — навмисно найпростіший з робочих: словник у пам'яті сервісу і два лічильники поруч. А в /chat виклик моделі перестає бути безумовним — він стає гілкою «miss»: знайшли запис — віддаємо збережене і інкрементуємо CacheHits; не знайшли — інкрементуємо CacheMisses, ідемо в модель, як раніше, і зберігаємо результат. Три операційні рішення зашиті в ці рядки. Перше: зберігаємо тільки успішні відповіді — status == 200. Закешована помилка означала б, що збій провайдера «залипає» у системі і відтворюється навіть після його одужання. Друге: лічильники інкрементуються атомарно і всередині відповідних гілок — цифра чесна за конструкцією, її неможливо забути оновити. Третє: кеш-хіт усе одно пише рядок у лог — із нульовими токенами і нульовою вартістю. Економія не зникає з видимості, а стає в ній видимою: рядок є, грошей немає. І придивіться до другої половини умови збереження: toolCall == null — відповіді з tool-викликами в кеш не потрапляють. Це та сама межа з блоку 02, виражена одним предикатом. Сьогодні поле toolCall у вас ще завжди порожнє, тож умова спрацьовує «вхолосту» — а на наступному уроці, коли з'являться інструменти, вона почне працювати по-справжньому. Закладати межу до появи ризику — правильний порядок.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 що цей код мовчить, але про що варто пам'ятати. Перше: словник у пам'яті росте необмежено — кожне нове унікальне питання додає запис назавжди. На нашому трафіку це неважливо; на проді кеш без стелі розміру — це повільний витік пам'яті, тому дорослі реалізації додають ліміт записів і витіснення найдавніше використаних — LRU. Це, до речі, ще один аргумент на користь винесеного сховища з блоку 07 — там ці політики вже вбудовані. Друге: два одночасні misses на той самий ключ. Обидва запити не знайдуть запису, обидва підуть у модель, обидва заплатять, і другий результат перезапише перший у кеші. Чи це баг? Ні — це усвідомлений компроміс: ми двічі заплатили за одну відповідь, але нікого не змусили чекати і не ускладнили код блокуваннями. На великому трафіку з дорогими запитами ця «дірка» має ім'я — thundering herd, коли по одному холодному ключу одночасно б'ють сотні запитів, — і рішення: лок на ключ або «запит-лідер». На нашому масштабі ліки були б дорожчі за хворобу. Знати про компроміс — обов'язково; лікувати — коли цифри скажуть.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лічильники дають першу похідну метрику курсу — hit ratio: частку запитів, які обійшлися без моделі. З неї випливають одразу три операційні цифри. Зекономлені виклики — просто кількість хітів. Помножте на середню вартість miss-запиту з лога — отримаєте економію в доларах, порахованих, а не заявлених. Latency до і після — хіт відповідає приблизно за нуль мілісекунд проти сотень мілісекунд походу в модель. Для користувача це найвідчутніший ефект. І профіль трафіку — низький hit ratio на трафіку підтримки — привід подивитися в лог: або питання справді унікальні, або ключ занадто чутливий до дрібниць формулювання. Сьогодні лічильники живуть у пам'яті: побачити їх наживо можна дебагером, а простіше — перевірити код і дочекатися консолі тижня 5, коли вони поїдуть у /observability і стануть плиткою Cache-hit. Порядок знову той самий: механізм і метрика — разом, вітрина — коли з'явиться шар вітрини. І лайфхак: перш ніж вмикати кеш, витягніть із лога топ повторюваних повідомлень. Якщо топ-10 питань — це 60% запитів, кеш окупиться в перший же день; якщо всі запити унікальні — почніть з іншого механізму.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Сучасний доважок до вимірювання: провайдерський кеш префікса — той, що з уроку 4, — теж перестав бути «чорною скринькою»: у полі usage сьогодні приходить частка токенів, обслужених із кешу провайдера. Тобто у вас з'являється дві метрики кешу замість однієї: ваш hit ratio — запити, що взагалі не пішли в модель, — і провайдерський: токени, що обійшлися дешевше всередині виклику. Дивитися варто на обидві: буває, що ваш кеш майже не влучає, а рахунок усе одно нижчий за очікуваний — просто тому, що системний промпт стабільний і провайдер кешує його сам. І ще одне: hit ratio — це метрика, у якої є здорові межі в обидва боки. Нуль означає, що кеш мертвий вантаж. Але і підозріло високий відсоток — привід придивитися: можливо, ви кешуєте те, що кешувати не можна, і рекордна цифра куплена ціною застарілих чи чужих відповідей. Метрика без розуміння меж — теж віра, просто з цифрою. З практики — два рішення з реальної агентної платформи, які показують обидва боки цієї медалі. Перше: усередині одного запуску агента службові виклики — дистиляція контексту, план пошуку по пам'яті — повторювалися по кілька разів; завели run-кеш із правилом «дистилюй раз, шукай раз на запуск» — і множник зайвих викликів зник. Класичний кеш, доданий по цифрах. Друге, дзеркальне: в іншому сервісі тієї ж платформи персистентний кеш свідомо прибрали — шар не виправдовував свого існування, а складність і ризик застарілих даних лишалися. «Не кешувати» — теж інженерне рішення, і ухвалюється воно тими самими цифрами, що й «кешувати».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Побічний ефект кешу, про який згадують рідко, а він найцікавіший. З уроку 1 ми знаємо: та сама модель на той самий вхід відповідає щоразу трохи інакше. Кеш це вимикає: перший запит зафіксував відповідь, і всі наступні однакові запити отримують рівно її. У вашій недетермінованій системі з'явився острівець повної передбачуваності. Це справжня цінність, і не лише в грошах: двоє клієнтів із тим самим питанням не отримають суперечливих інструкцій, а оператор, який передивляє діалоги, бачить стабільну поведінку, а не варіації. Кеш — найдешевший спосіб зменшити «розкид» у поведінці системи, коли він вам шкодить. Але ця сама властивість має другий бік: кеш консервує помилку. Модель один раз відповіла невдало — і тепер ця конкретна невдача роздається всім, хто спитає так само, поки не закінчиться TTL. Без кешу погана відповідь була б випадковою; з кешем вона стає систематичною. І в звітності це виглядає підступно добре: hit ratio високий, вартість низька, latency чудова — а якість просіла, бо в кеші лежить сміття. Звідси принцип: не кешуйте те, у чому не впевнені. Фільтр перед записом: відповідь дійшла нормально, не є заглушкою деградації, не є відмовою фільтра безпеки — цей механізм на тижні 4, — і не порожня. Сьогодні умова — status == 200 &amp;&amp; toolCall == null; наступного тижня, коли виклик виїде в окрему функцію і з'явиться fallback, вона доросте до ok &amp;&amp; status == 200 &amp;&amp; toolCall == null — межа переживає новий шар, не змінюючи сенсу. У реальній системі додається ще finish_reason == "stop", щоб не законсервувати обрізану відповідь: наш mock таких не віддає, тому в контурі курсу перевірка була б мертвою, але в проді вона обов'язкова. І так: відповідь-помилку теж можна кешувати — але свідомо і коротко, з окремим, у рази меншим TTL. Це називають негативним кешуванням: воно береже провайдера від лавини однакових невдалих запитів.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Найтиповіша пастка консервації — кешувати заглушку деградації. Уявіть: провайдер лежав дві хвилини, за цей час десяток запитів отримав ввічливе «тимчасові проблеми, спробуйте згодом», і ці заглушки чесно поїхали в кеш. Провайдер піднявся — а система ще годину роздає «тимчасові проблеми» тим, хто питає те саме. Інцидент закінчився, а користувачі його ще бачать. Тому в контурі, який ми будуємо, є правило: те, що народилося у fallback-гілці — це урок 7, — у кеш не потрапляє ніколи. Звідси випливає річ, яку варто мати ще до першого інциденту: спосіб скинути кеш. Не «перезапустити сервіс», а керована операція. Мінімум, який закриває більшість випадків, — версія в ключі кешу, і вона у вас уже є: активна версія промпта — частина ключа, зміна промпта автоматично робить старі записи недосяжними. Наступний рівень — окремий службовий «епох»-номер у ключі, який ви збільшуєте вручну: одна зміна значення — і весь кеш логічно порожній, без жодного видалення. І запишіть цей крок у сценарій інциденту — це урок 12: «після відновлення провайдера — скинути кеш, якщо в період збою могли записатися заглушки». Це рівно той пункт, який під час першого справжнього інциденту не згадає ніхто, а користувачі побачать наслідки.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Жорсткий TTL змушує вибирати: короткий — і кеш майже не влучає; довгий — і ви роздаєте застаріле. Але є третій варіант, який у вебі давно стандарт, а в LLM-системах чомусь рідко згадують: віддати старе одразу і оновити у фоні. Запис у кеші має два строки: «свіжий до» і «придатний до». Поки він свіжий — віддаємо як є. Коли свіжість вийшла, а придатність ще ні — усе одно віддаємо старе, і паралельно робимо один виклик моделі, щоб оновити запис. Користувач отримує відповідь за мілісекунди, а наступний уже бачить нову. Для LLM це вигідніше, ніж для звичайного API, з двох причин. По-перше, ціна miss'а тут не «зайвий запит до бази», а секунди очікування і реальні гроші. По-друге, «застаріла» відповідь на типове питання підтримки майже завжди прийнятна: інструкція зі скидання пароля не псується за годину. Виграш видно одразу в двох метриках: hit ratio росте, а p95 перестає стрибати на кожному протуханні популярного ключа. Ціна рішення — складність: потрібен фоновий виклик і захист від того, щоб десять одночасних запитів не пішли оновлювати той самий ключ — це та сама лавина з блоку 04, тільки на оновленні. Тому в обов'язковій доріжці курсу ми лишаємо простий TTL, а цей патерн проговорюємо як наступний крок — і як приклад того, що «кеш» узагалі-то має більше станів, ніж «є / нема». І типова помилка поруч: один TTL на все. Відповідь на «як скинути пароль» може жити добу — інструкція не змінюється. Відповідь зі статусом конкретного замовлення не має права жити й хвилини: вона застаріває раніше, ніж ви її прочитаєте. TTL — це властивість класу запиту, а не налаштування кеша.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«У комп'ютерних науках є дві найважчі задачі: інвалідація кешу і найменування» — жарт старий, бо правдивий. Наш мінімальний набір інвалідації складається з двох механізмів. Перший — зміна промпта: вже працює, безкоштовно, через ключ. Найнебезпечніший сценарій застарівання закритий архітектурно, ми його розібрали в блоці 03. Другий — TTL: відповіді старіють за часом. У нашому in-memory кеші його поки немає: записи живуть до рестарту сервісу. Для навчального контуру це чесний компроміс; додати TTL — опційна частина ДЗ тижня 3. Відповідь «як у проді» звучить так: винесене сховище — Redis уже лежить у compose під профілем advanced — з TTL на кожному записі. Винесений кеш переживає рестарти і ділиться між репліками сервісу, але приносить мережевий хоп і власні режими відмови. Класична драбина: почніть із процесної пам'яті, переходьте на винесене сховище, коли реплік стане більше однієї. І типова помилка: інвалідація «вручну і потім» — кеш чистять рестартом сервісу, коли хтось помітив дивну відповідь. Це означає, що межа свіжості вашої системи — «коли хтось помітить». TTL і промпт-у-ключі коштують годину роботи і прибирають цілий клас «привидів» назавжди.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блок. Точний збіг ключа не зловить пару «Як скинути пароль?» і «забув пароль, що робити?» — а для людини це те саме питання. Semantic cache порівнює не рядки, а embedding'и: запит перетворюється на вектор, шукається найближчий збережений, і якщо схожість вища за поріг — віддається його відповідь. Звучить як строго краща версія кешу — але подивіться, що приходить у комплекті. Поріг схожості — новий операційний параметр: занизький — кеш майже не влучає; зависокий — хибні влучання: «як змінити пароль» і «як змінити тариф» ближчі у векторному просторі, ніж хотілося б, і користувач отримує впевнену відповідь не на своє питання. Вартість embedding-викликів: кожен запит тепер потребує векторизації. Дешевше за генерацію, але не безкоштовно — і має падати у ваш cost-облік: правило з минулого уроку — рахується все. І окреме сховище: векторний пошук потребує відповідної бази, її деплою, моніторингу і бекапів. Тому в курсі semantic cache — опційна доріжка: Redis з advanced-профілю плюс порівняння за схожістю, опційна частина ДЗ тижня 3. Порядок рішень завжди однаковий: спершу виміряйте, скільки дає точний кеш на вашому трафіку. Часто виявляється, що люди формулюють часті питання одноманітніше, ніж здається, — і точного кешу досить.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Кадр перший: те саме питання двічі. Перший запит іде в модель — сотні мілісекунд; другий віддається з кешу — latency_ms менше 50. Кадр другий: доказ у лозі. Два рядки, але другий — з нульовими токенами: виклику моделі не було. Оце і є економія — виміряна, а не заявлена. Кадр третій: rollback-тест ключа. Закешована відповідь є; робимо rollback промпта — і кеш не віддає стару відповідь: іде новий виклик. Промпт у ключі працює. Кадр четвертий: «Де моє замовлення #10482?» — і перевірка, що така відповідь у кеш не потрапляє: межа з блоку 02 тримається. Навіщо це все: побачити кожне з трьох рішень уроку — метрику, ключ і межу — живими, на реальному лозі, а не на слайді. [Ведучому: прогрівний запит перед демо робіть СЛУЖБОВИМ повідомленням, яке в демо не бере участі, — якщо прогріти демо-питанням, воно потрапить у кеш, і кадр «вдруге майже миттєво» зламається: перший запит теж буде з кешу. І друге, підступніше: до готовності gateway запити падають тихо — status=0 у лозі, нульові токени, відповідь за одиниці мілісекунд. На око це нерозрізненне з кеш-хітом — відрізняє тільки status у лозі. Після підняття стека дочекайтеся готовності gateway (health-ендпоінт або ~30 секунд) і лише потім грійте та показуйте.]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Частина перша: обгорнути виклик. Ключ, пошук у кеші; hit віддає збережене, miss іде в модель і зберігає — умови збереження з блоку 04: успішна відповідь без tool-виклику. Лічильники hits/misses — у тому самому діфі, це і є measure-first. Частина друга: побачити ефект руками. Те саме питання двічі: перший запит — сотні мілісекунд, другий — приблизно нуль. У лозі два рядки, але другий — з нульовими токенами: виклику моделі не було. Оце і є економія — виміряна, а не заявлена. Частина третя: довести, що промпт у ключі працює. Закешувати відповідь, зробити rollback промпта на «поганий» v1 — це механіка уроку 2 — і спитати знову. Кеш не віддає стару відповідь — іде новий, чесно поганий, виклик. Подумки видаліть промпт із ключа і проговоріть, який баг ви щойно уникли. Частина четверта: промацати межі. Спитати «Де моє замовлення #10482?» і проговорити, чому таку відповідь кешувати не можна: персональний стан, tool-виклик. Переконайтеся, що у вашій реалізації відповіді з tool-викликом у кеш не потрапляють — на наступному уроці ця межа запрацює по-справжньому. І опційна п'ята: TTL. Додати до записів час створення і термін життя; прострочений запис — це miss. Це заготовка під опційну частину ДЗ тижня 3. [Ведучому: якщо повторюєте демо після перезапуску стека — пам'ятайте про тихі падіння до готовності gateway: status=0 і нульові токени виглядають як кеш-хіт, перевіряйте status у лозі.]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економія виміряна, а не заявлена. Другий рядок у лозі — з нульовими токенами і нульовою вартістю: виклику моделі не було, і це видно не «на відчуттях», а в даних. Правило measure-first виконано буквально: механізм і його метрика з'явилися в одному діфі. Друге: ключ не бреше. Після rollback промпта кеш не віддав стару відповідь — пішов новий виклик. Інвалідація спрацювала автоматично, без жодного коду: коректність вбудована в саму адресацію. Той самий rollback без промпта в ключі означав би годину роздачі старої поведінки. Третє: межа кешування тримається. Персональне питання про замовлення в кеш не потрапило — і на наступному уроці, коли з'являться справжні tool-виклики, цей предикат почне працювати по-справжньому. Разом ці три картинки — весь урок у трьох кадрах: метрика, ключ, межа. Кеш став механізмом, а не талісманом.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 обов'язкової доріжки, без оцінок. Чотири пункти. Перший: повторний запит віддається з кешу — приблизно нуль мілісекунд — і не породжує виклик моделі; ви бачили це в лозі другим рядком із нульовими токенами. Другий: лічильники hit і miss інкрементуються в різних гілках, і це видно в діфі коду. Плитка з цими числами оживе на тижні 5 — сьогодні достатньо, що цифра чесна за конструкцією. Третій: можете пояснити, чому промпт — частина ключа і який баг це прибирає. Якщо завагалися — перечитайте сценарій rollback у блоці 03: «полагодили, а працює по-старому». І четвертий: знаєте, які відповіді кешувати заборонено — персональні, tool-результати, швидкозмінний стан — і чому це питання коректності, а не продуктивності. Якщо всі чотири — «так», ви готові до наступного уроку. Де завагалися — туди і повертайтеся; питання —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способи зіпсувати собі тиждень кешування — усі перевірені чужими граблями. Кеш без лічильника: «здається, допомагає» — це не метрика. Механізм без цифри неможливо ні захистити перед командою, ні вимкнути обґрунтовано — саме тому в цьому уроці лічильники народилися в одному діфі з кешем. Ключ без версії промпта: стара поведінка переживає rollback, і розслідування «чому воно досі відповідає по-старому» з'їдає день. Ви сьогодні бачили в лабі, як промпт у ключі прибирає цей клас багів безкоштовно. Кешувати персональні відповіді й результати tool-викликів: перше — витік чужих даних між користувачами, друге — впевнена брехня про застарілий стан зовнішньої системи. Це межа з блоку 02: заборона сильніша за будь-який аргумент про частоту чи ціну. І нарешті — починати з semantic cache, не виміривши точний: ви берете на борт складність, окреме сховище і хибні влучання в обмін на приріст, якого ще не порахували. Порядок завжди той самий: спершу цифри точного кешу, потім рішення.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до наступного уроку — без здачі. Перше: закріпити лабу — повторний запит віддається за приблизно нуль мілісекунд, лічильники ростуть. Друге: перевірити на своєму стеку rollback-експеримент — третій крок лабораторної: промпт у ключі рятує від роздачі старої поведінки. І третє: сформулювати для себе список «що в моїй системі кешувати заборонено» — це той список, який у проді пишеться до кешу, а не після інциденту. Опційно: TTL для записів кешу — час створення плюс термін життя, прострочений запис стає miss'ом; і подивитися на Redis у профілі advanced — це місце для винесеного кешу, коли реплік стане більше однієї. І про ДЗ тижня: воно здається після наступного уроку. ДЗ тижня 3 об'єднує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 Критерії приймання будуть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Найдешевший і найшвидший запит — той, якого не було: кеш прибирає виклик цілком, і це єдиний механізм контуру вартості, що заодно ріже latency. Але з'являється він разом із метрикою, а не після неї: два лічильники в тому самому діфі, що й гілка hit/miss, — бо механізм без цифри неможливо ні захистити перед командою, ні вимкнути обґрунтовано. Ключ кешу — не оптимізація, а контракт коректності: модель, системний промпт і повідомлення разом; промпт у ключі означає, що зміна версії автоматично робить старі записи недосяжними, і найнебезпечніший сценарій закритий архітектурно, без окремого механізму інвалідації. Межу ми провели по природі відповіді, а не по зручності: персональне, результати інструментів і швидкозмінні дані не кешуються ніколи — тут кеш перестає економити і починає роздавати чужі або мертві відповіді. І TTL — властивість класу запиту, а не глобальне налаштування: «як скинути пароль» може жити добу, статус замовлення не має права жити й хвилини. Наступний урок — tool calls. Досі бот тільки говорив, і найгірше, що він міг, — відповісти неправильно. Наступного разу він почне діяти: виклики інструментів, зовнішні інтеграції, реальні наслідки. Дія потребує схеми, таймаута та ідемпотентності — а незворотна дія ще й людини, яка скаже «так».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10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3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6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5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7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30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8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2026-08-15T07:48:34Z</dcterms:created>
  <dcterms:modified xsi:type="dcterms:W3CDTF">2026-08-15T07:48:34Z</dcterms:modified>
</cp:coreProperties>
</file>