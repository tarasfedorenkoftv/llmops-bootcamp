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5276088"/>
            <a:ext cx="10168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54223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7" name="Text 13"/>
          <p:cNvSpPr/>
          <p:nvPr/>
        </p:nvSpPr>
        <p:spPr>
          <a:xfrm>
            <a:off x="749808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243584" y="555040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9808" y="4233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233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43584" y="3785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43584" y="4041648"/>
            <a:ext cx="101681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5468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5468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555040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26237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2623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6752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2026-09-02T11:10:49Z</dcterms:created>
  <dcterms:modified xsi:type="dcterms:W3CDTF">2026-09-02T11:10:49Z</dcterms:modified>
</cp:coreProperties>
</file>