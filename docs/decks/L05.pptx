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ТЕМИ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одну тему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527608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54223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7" name="Text 13"/>
          <p:cNvSpPr/>
          <p:nvPr/>
        </p:nvSpPr>
        <p:spPr>
          <a:xfrm>
            <a:off x="749808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43584" y="555040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33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33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785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04164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(Тема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468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555040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У наступній темі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наступної теми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У наступній темі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2026-09-07T22:06:38Z</dcterms:created>
  <dcterms:modified xsi:type="dcterms:W3CDTF">2026-09-07T22:06:38Z</dcterms:modified>
</cp:coreProperties>
</file>