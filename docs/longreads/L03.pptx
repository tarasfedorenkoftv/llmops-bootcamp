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третьому уроці — і на першому уроці тижня «Routing + cost». Одна модель на все — найдорожчий і найкрихкіший спосіб жити: «як скинути пароль» і розбір скарги на повернення коштів — різні задачі, а платите ви за них однією топовою моделлю. Сьогодні сервіс навчиться обирати модель під задачу. Розберемо конфіг адаптера — побачимо, як дві «моделі» живуть на одному mock і навіщо там drop_params та num_retries: 0. Напишемо роутер — функцію на десять рядків, яка стане єдиною точкою рішення про модель. Побачимо розподіл трафіку в базі — перший операційний доказ, що routing працює. І зрозуміємо, чому додати нового провайдера має коштувати рядків у YAML, а не рефакторингу. А заодно закладемо фундамент тижня 4: система, яка вміє обирати між моделями, — за один крок від системи, яка вміє переживати падіння однієї з 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Домовимось про результат уроку — конкретними діями, а не «зрозуміти» чи «ознайомитись». Після сьогоднішнього заняття ви зможете: написати Route() — роутер на десять рядків, який розводить ескалації і звичайні питання по двох моделях; довести в базі, що routing працює, — одним SQL-запитом побачити дві моделі з різними лічильниками; пояснити, чому рішення про модель живе в сервісі, а виконання виклику — в адаптері, і чим це відрізняється від галочки в конфізі інструмента; додати нового провайдера одним блоком у YAML — без жодної зміни коду сервісу; розрізнити alias і snapshot у назві моделі та пояснити, чому в production модель пінять; і сформулювати fallback-порядок — політику, яка оживе механізмом на тижні 4. Кожен пункт ви перевірите руками ще сьогодні — у лабораторній.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такий. Спершу проблема: три біди однієї моделі — гроші, залежність від одного провайдера і несумісність у дрібницях. Далі межа відповідальності з уроку 1, яка сьогодні вперше працює по-справжньому: сервіс вирішує, адаптер виконує. Потім розтин конфіга адаптера — дві «моделі» на одному mock і чому назва моделі — не константа: alias проти snapshot. Центральний блок — Route(): роутер на десять рядків, одна точка рішення. Після нього — куди ця функція росте: маршрут за задачею, ціна самого рішення, стабільність маршруту для користувача. Далі fallback-порядок — політика, яку ми сьогодні лише оголосимо, і перевірка архітектури: додати провайдера без зміни коду. Опційний блок — tier-система на три рівні. І класика: лабораторна, антипатерни тижня, домашнє завдання. [Ведучому: демо цього уроку йде на бранчі еталона тижня 2; перед показом — свіжий стан стека.]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Чому «одна модель на все» — погана ідея? Три біди. Перша — гроші. «Як скинути пароль?» і розбір скарги на повернення коштів — різні задачі, але платите ви за них однією топовою моделлю. На масовому трафіку підтримки різниця між дешевою і сильною моделлю — це порядок вартості: не «трохи дорожче», а вдесятеро. Ганяти FAQ через флагманську модель — все одно що викликати таксі бізнес-класу, щоб винести сміття. Друга — залежність. Один провайдер — це одна точка відмови, яка вам не належить. Ліміти запитів, деградації, зміни API трапляються регулярно і, за законом жанру, у ваш найгірший момент. Поки модель одна, будь-яка її проблема — проблема всієї системи, і плану Б не існує навіть теоретично. Третя, про яку рідко попереджають, — несумісність у дрібницях. Провайдери «сумісні за стандартом», але розходяться в деталях: одне й те саме поле конфігурації один приймає, інший відкидає з помилкою. З практики: я бачив, як цілий канал ліг просто тому, що апстрім відхиляв поле, яке «мало бути валідним», — а клієнтський код слав його всім однаково. Хтось у ланцюгу має згладжувати ці розбіжності — і це точно не ваш прикладний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 уроку 1 у нас є головна межа архітектури: вирішує сервіс, виконує адаптер. Сьогодні ця межа вперше працює по-справжньому. LiteLLM-адаптер дає єдиний виклик до десятків провайдерів: ваш код каже «виклич модель X» — і не знає, що в X інший формат помилок, інша автентифікація чи інший ліміт на поля. Нормалізація цих розбіжностей — робота адаптера, і саме тому третя біда з попереднього блоку лікується конфігом, а не патчами по всьому коду. А от рішення, яку модель викликати, живе в сервісі — свідомо. LiteLLM уміє і роутити, і фейлитись сам, через свій конфіг. Ми це не вмикаємо, і це принципова позиція курсу, а не обмеження інструмента. Рішення — це код: його можна прочитати, протестувати, залогувати і пояснити на розборі інциденту. Конфіг стороннього інструмента — це рішення, яке ви орендуєте: воно працює, поки ви користуєтесь цим інструментом, і зникає з переходом на інший. Механізми переносяться, прапорці — ні. І типова помилка: побачити в документації адаптера розділ про routing і fallback — і перенести туди все. Через півроку ніхто в команді не може відповісти, чому запит пішов саме на цю модель: логіка розмазана між YAML, дефолтами інструмента і його версією.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Відкриймо конфіг gateway — gateway/litellm-config.yaml. Перший рядок коментаря задає тон: «тут лише список моделей і ключі». Ось робочий фрагмент тижня. mock-mini і mock-strong — обидві вказують на той самий mock-провайдер. Це не халтура, а навчальний прийом: механіка маршрутизації справжня — сервіс реально обирає між двома іменами, база реально показує розподіл, — а рахунок нульовий. Коли з'явиться реальний ключ, зміняться лише праві частини цього YAML. Дві дрібниці в litellm_settings варті окремого погляду. Перша: drop_params: true — адаптер мовчки відкидає поля, які конкретний провайдер не приймає. Це і є та сама страховка від «валідного поля, що кладе канал» з блоку 01. Друга: num_retries: 0 — адаптер не ретраїть збої сам: помилка долітає до сервісу, який вирішує, що з нею робити. Приховані ретраї — це рішення, які хтось ухвалює за вас і без сліду в лозі. Зверніть увагу, як обидва налаштування працюють на ту саму межу: нормалізацію робить адаптер, а рішення лишаються сервісу.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конфізі ви пишете назву моделі — і виглядає це як стабільна константа. Насправді назви бувають двох різних сортів, і різницю варто знати до першого сюрпризу. Alias — умовно «остання версія сімейства». Зручний тим, що ви автоматично отримуєте покращення, — і небезпечний тим самим: постачальник оновлює модель за цією назвою, і поведінка вашої системи змінюється без жодного вашого коміта. Snapshot — конкретна зафіксована версія з датою чи ідентифікатором. Вона не змінюється під вами, але й не оновлюється сама, і колись її виведуть з обігу. Для production-контуру правило однозначне: у конфізі стоїть snapshot, а оновлення до нового — окрема свідома зміна, яка проходить через ті самі перевірки якості, що й зміна промпта — уроки 10 і 11. Інакше ви отримуєте «регресію без коміта» з уроку 2, тільки цього разу винуватець узагалі поза вашою організацією: git чистий, промпт не змінювався, а відповіді інші. У нашому конфізі ви побачите саме alias'и — і це свідомо: реальний ключ у курсі опційний, механіку ми перевіряємо на mock, а поруч стоїть коментар із прикладом запіненого снапшота. Коли ваша система піде на справжнього провайдера, це перше, що варто змінити. І практичний наслідок для лога: у полі model має стояти те, що реально обслужило запит, включно з версією снапшота. «Gpt-подібна модель» у звіті через три місяці не скаже нічого, а «модель X, снапшот від дати Y» дозволяє порівняти два періоди.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Уся сьогоднішня «магія» в сервісі — одна функція і один рядок у /chat. Прочитаймо її як операційне рішення, а не як код. Перше: жорстка змінна MODEL зникла зі шляху рішення — вона лишилася тільки дефолтом для сценарію з реальним ключем. Друге: політика явна і вміщається в одне речення — «повернення, скарги і термінове йдуть на сильну модель, решта — на дешеву». Третє: обрана модель уже їде в лог — поле model пишеться з першого дня, тобто кожне рішення роутера — задокументована подія, яку можна порахувати. Так, це правила по ключових словах, і на проді ви швидко впретеся в їхні межі. Але зверніть увагу, що саме тут важливо: не спосіб класифікації, а те, що в системі з'явилася одна точка, де ухвалюється рішення про модель. Помінявши нутрощі Route(), ви не чіпаєте більше нічого.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Кілька наслідків цієї форми, які варто проговорити наперед. Перший рядок — if (def != "mock") return def. З одним реальним ключем роутер вироджується: щойно MODEL не «mock», функція одразу повертає задану модель, бо другої реальної моделі в конфізі просто немає. Це не «роутинг вимкнули» — це чесний стан контуру з одним провайдером. Повернути маршрутизацію на реальних моделях — це другий блок у YAML gateway і друга гілка в профіль. Тримайте це в голові до фінального уроку: там буде порада «поживіть тиждень на реальному ключі», і без другої моделі головний важіль вартості з уроку 4 на реальному ключі не працює. Далі: Route() — чиста функція, рядок на вході, ім'я моделі на виході. Її можна протестувати без стека, бази і навіть без mock: таблиця «повідомлення → очікувана модель» і десяток assert'ів. Це найдешевші тести курсу — і саме вони рятують, коли хтось «трохи поправить» маркери: зміна політики маршрутизації стає видимою в діфі тестів, а не в рахунку наприкінці місяця. Конфлікти: «дякую, але хочу повернути гроші» містить і подяку, і ескалацію — правило чесно відправить його на strong, бо ескалаційний маркер сильніший. І це правильний дефолт: помилка «переплатили за просте» дешевша за «зекономили на скарзі». І мова: маркери навмисно двомовні — «поверн», «refund». У проді словники розповзаються по мовах і синонімах — саме тоді класифікація інтенту з наступного щабля починає окупатися.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Куди Route() росте в дорослих системах? Три типові щаблі. Правила за ключовими словами — наш сьогоднішній рівень: дешево, прозоро, зрозуміло на розборі; ламається на перефразуваннях. Класифікація інтенту — маленька дешева модель першим кроком визначає тип задачі, і вже тип вирішує маршрут. Парадокс тільки на перший погляд: витратити копійку на класифікацію, щоб зекономити гривню на генерації. Маршрут за контекстом — тенант, фіча, пріоритет клієнта, ліміт бюджету: текст повідомлення — лише один із сигналів. З практики, щоб щаблі не здавалися теорією. В агентній системі, яку я супроводжую, всередині кожного запуску є допоміжна LLM-задача — спланувати пошук по пам'яті розмови. Довго вона їхала на тій самій моделі, що й основна відповідь, — поки окремим свідомим рішенням її не перевели на дешеву: якість планування не змінилася, а це був множник на кожен запуск. Мораль: маршрутизуйте не лише запити користувачів — службові виклики теж трафік, і часто найжирніший. Другий приклад: повідомлення з вкладеним зображенням має їхати на модель, яка вміє бачити, — маршрут за можливістю такий самий законний критерій, як за складністю. І новий вимір: сучасні моделі мають режим мислення — «думай довше за більші гроші». Вибір більше не бінарний: та сама модель у глибокому режимі коштує і триває в рази більше. Правило те саме: дешевий режим — дефолт, дорогий — за явним критерієм, і це рішення теж має лежати в одній точці й потрапляти в лог. Окрема порада: політика маршрутизації має існувати і в одному людському реченні поруч із кодом — код каже «як», речення каже «чому»; губиться зазвичай саме друге.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Маршрутизація виглядає як безкоштовна оптимізація: обрали дешевшу модель — заплатили менше. Але саме рішення теж має ціну, і на певному рівні складності воно починає з'їдати ту економію, за якою ви йшли. Правила і маркери в тексті — частки мілісекунди, нуль токенів: доречні, поки класів мало і вони описуються словником. Це наш випадок. Дешева модель-класифікатор — це додатковий виклик: своя латентність і свої токени. Доречна, коли словники розповзлися по мовах і синонімах, а класів більше трьох. Класифікація за схожістю, embeddings, — виклик за векторами плюс сховище й індекс: коли класів десятки і вони змінюються без релізу. Арифметика, яку варто зробити до впровадження другого рядка: якщо класифікатор додає, скажімо, 300 мс до кожного запиту, ви щойно погіршили latency всім користувачам — включно з тими, чиї запити й так ішли на дешеву модель. І якщо він коштує токенів, економія від правильного маршруту мусить перевищити вартість самого рішення — інакше ви побудували складність, яка платить сама собі. Звідси принцип: рішення про модель — теж виклик, теж латентність, теж гроші. Починайте з найдешевшого способу, який закриває поточні класи, і рухайтеся вгору лише тоді, коли зміряли, що дешевший більше не працює.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Друга властивість, про яку згадують після першої скарги: маршрут має бути стабільним для користувача, а не для окремого запиту. Уявіть розмову, де перше питання пішло на сильну модель, друге — на дешеву, третє знову на сильну: людина бачить, як співрозмовник то розумніє, то тупіє, то міняє тон і довжину відповідей. Формально кожен окремий вибір був правильний. Сумарно — досвід зламаний. Лікування нехитре: якщо маршрут не диктується самою задачею — ескалація завжди їде на сильну модель, — тримайте його стабільним у межах сесії. Наприклад, обирайте за хешем ідентифікатора розмови, а не заново на кожну репліку. І зверніть увагу: це той самий механізм, який знадобиться для A/B промптів з уроку 2 і для canary з уроку 11. Стабільний вибір за ключем користувача — базова операція, яку варто написати один раз. Типова помилка тут — роутинг за випадковим числом, «щоб рівномірно розподілити». Рівномірність ви отримаєте, а разом із нею — систему, поведінка якої не відтворюється: та сама людина з тим самим питанням двічі отримує різні відповіді, і жодна скарга не діагностується. Випадковість у виборі моделі допустима лише там, де ви свідомо міряєте — експеримент, — і навіть там ключем має бути користувач, а не запит.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Найчастіше заперечення до цього уроку: «у нас один провайдер і одна модель, роутинг не про нас». Насправді роутинг — це не про вибір моделі, а про одну точку, де ухвалюється рішення про виклик. Модель — лише один із параметрів цього рішення, і навіть із однією моделлю обирати є що. Max_tokens: коротка відповідь на FAQ, довга на скаргу — стеля вартості на клас запиту, а не на всю систему. Temperature: мінімальна для довідкових відповідей, вища для формулювань — передбачуваність там, де вона потрібна. Версія промпта: ескалації — свій промпт, FAQ — свій; той самий реєстр з уроку 2, без нових механізмів. Набір інструментів: read-only для загальних питань, повний для авторизованих — менша поверхня для injection, урок 8. Бюджет часу: жорсткий таймаут для інтерактивних, вільніший для фонових — latency під очікування користувача, урок 7. І режим мислення: увімкнений лише для складних класів — найдорожчий параметр у сучасних API не для FAQ. Тобто Route() віддає не «назву моделі», а профіль виклику. Коли з'явиться друга модель, до профілю додасться ще одне поле — і жоден інший шар системи цього не помітить. Саме тому одна точка рішення важливіша за сам вибір: вона перетворює десяток розкиданих if-ів у структуру, в якій видно всі рішення разом. Мінімальний корисний роутер існує навіть при одній моделі: він розводить FAQ і скарги за довжиною відповіді й версією промпта — і вже цим економить гроші і прибирає «чому бот раптом розписався на три абзаци».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Поруч із питанням «куди йде запит» живе питання «хто підхопить, якщо основна модель впала». Це теж політика, і задається вона тим самим набором імен з конфіга. Для нашого стека природний порядок — mock-strong, потім mock-mini: у разі збою сильної моделі краще відповісти дешевшою, ніж не відповісти взагалі. Маленьке чесне попередження наперед: на mock резервного провайдера фізично немає, тож у коді тижня 4 роль резерву зіграє той самий mock — політика лишиться вашою, зміниться лише те, хто її втілює. Сьогодні ми цю чергу лише фіксуємо як рішення — записуємо поруч із роутером, обговорюємо з командою. Оживе вона на тижні 4, коли з'явиться механізм fallback і керовані збої. Порядок не випадковий: політика без механізму — це просто текст, але механізм без заздалегідь продуманої політики — це імпровізація під час інциденту, тобто найгірший момент для ухвалення рішень. І практична зв'язка: routing і fallback користуються одним словником імен з конфіга адаптера. Кожна зміна в наборі моделей — додали tier, перейменували, вивели з експлуатації — має пройти по обох списках одночасно. Ім'я, яке живе в роутері, але зникло з конфіга, — помилка на першому ж запиті; ім'я у fallback-черзі, якого ніхто не тестував, — помилка рівно в момент інциденту, коли вона найдорожча.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Перевірка, що архітектура зібрана правильно: скільки коштує підключити реального провайдера — наприклад, хмарний деплой тієї ж моделі? Відповідь — один блок у YAML. І, якщо хочемо пустити на нього трафік, — рядок у Route() або у fallback-порядку. Код виклику, парсинг відповіді, логування — не змінюються взагалі: для сервісу це просто ще одне ім'я моделі. Ключ, зверніть увагу, живе у змінних середовища gateway — рівно за принципом з уроку 1: секрети не перетинають межу адаптера. І лайфхак, який окупається при першому ж переїзді: називайте моделі в конфізі за роллю — mini, strong, — а не за вендором. Тоді «переїхати з провайдера А на провайдера Б» — це заміна правої частини YAML при незмінних іменах, і жоден рядок сервісу, лога чи дашборда не дізнається про переїзд.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опційний блок — і він же опційна частина ДЗ тижня 2. Два маршрути — мінімум, з якого все починається; наступний природний крок — три рівні замість двох. FAQ-tier — типові питання: найдешевша модель або взагалі заготовлені відповіді. Standard-tier — звичайний діалог: робоча модель. Escalation-tier — скарги, повернення, юридично чутливе: найсильніша модель. Механічно це ще одна гілка в Route() і ще одне ім'я в конфізі — після сьогоднішнього уроку ви вмієте і те, і те. Змістовно — вправа на політику: де провести межі між рівнями і як сформулювати їх так, щоб рішення можна було захистити цифрами. Частка трафіку і вартість кожного tier — усе вже є в лозі. Почніть із розподілу SELECT model, count(*) за кілька днів: якщо 80% трафіку — три однакові питання, FAQ-tier окупається одразу.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екрана — що саме ви зараз побачите і навіщо. Послідовність така: спершу конфіг gateway — дві «моделі», mock-mini і mock-strong, на одному mock. Потім Route() у сервісі — та сама функція на десять рядків, точка рішення. Далі кілька питань обох типів: звичайні — «як скинути пароль» — і ескалації — «поверніть гроші, терміново». І нарешті розподіл у базі: SELECT model, count(*) FROM requests GROUP BY model — дві моделі, різні лічильники. Навіщо це все: побачити перший операційний доказ, що routing працює. Не «код написаний», а «трафік розведений» — різниця між цими двома формулюваннями і є темою сьогоднішнього уроку. [Ведучому: демо йде на бранчі еталона тижня 2; перед записом — down -v і свіжий up. Українські ескалації на Windows/Git Bash не вводити інлайном у curl — кирилиця манглиться навіть після chcp 65001, інтент не матчиться і роутер виглядає зламаним при здоровій системі: тіло з файлу (--data-binary @body.json) або чат в UI. Після up дочекатися готовності gateway (health-ендпоінт або ~30 с): до готовності запити падають тихо — status=0, нульові токени. Перший запит після up — повільний: зробити прогрівний запит службовим повідомленням поза демо. Порти 4200/8080/4000/5432 мають бути вільні; якщо ні — файл зсунутих портів у стартері.]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Крок перший: прочитати конфіг. Відкрити gateway/litellm-config.yaml, знайти mock-mini і mock-strong, переконатися, що обидві дивляться на той самий mock. Звернути увагу на drop_params і num_retries: 0 — і пояснити собі, навіщо вони. Крок другий: написати роутер. Додати Route(message) у сервіс: ескалаційні маркери — «поверн», «терміново», «скарг», «refund» — ідуть на mock-strong, решта — на mock-mini. Жорсткий MODEL лишити тільки як дефолт для реального ключа. Крок третій: побачити розподіл. Надіслати кілька звичайних питань і кілька ескалацій. Увага: українські ескалації на Windows/Git Bash шліть тілом із файлу — --data @body.json — або через чат в UI: інлайнова кирилиця в curl псується, маркери не спрацюють, і роутер виглядатиме зламаним, хоч він здоровий. Потім SELECT model, count(*) FROM requests GROUP BY model — дві моделі, різні лічильники. Це перший операційний доказ, що routing працює: не «код написаний», а «трафік розведений». Крок четвертий: додати «третього провайдера» на папері. Виписати YAML-блок для хмарного провайдера і місце, де він став би у fallback-порядку. Переконатися, що код сервісу не змінився б узагалі — у цьому й сенс адаптера. І опційний п'ятий: накидати tier-політику — сформулювати межі трьох рівнів для свого трафіку і прикинути по лозі, яка частка запитів впаде в кожен.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Зафіксуємо, що ми щойно побачили — і що це доводить. Перше: трафік реально розведений. SELECT model, count(*) показує дві моделі з різними лічильниками — це операційний доказ, а не «код написаний». Механіка маршрутизації справжня, навіть якщо обидва імені поки дивляться на той самий mock. Друге: рішення читається. Уся політика — в одній функції на десять рядків, і кожен її вибір — задокументована подія в лозі. Ви можете за хвилину пояснити, чому конкретний запит пішов на конкретну модель, — а це і був критерій з принципу уроку: інакше не маршрутизація, а лотерея з логами. Третє: розширення дешеве. «Третій провайдер» на папері зайняв один YAML-блок і жодного рядка коду сервісу — межа «сервіс вирішує, адаптер виконує» тримається не на словах, а на архітектурі. Разом ці три картинки — фундамент тижня: наступного уроку на це саме поле model ляже вартість кожного запиту, і розподіл трафіку перетвориться на розподіл грошей.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розійтися — чесна перевірка, без оцінок. Чотири пункти обов'язкової доріжки. Перший: routing розводить запити по двох моделях, і це видно в БД — не «я написав функцію», а «SELECT показує дві моделі з різними лічильниками». Другий: можу пояснити, чому рішення живе в сервісі, а виконання — в адаптері. Це головна межа архітектури, і сьогодні вона вперше запрацювала по-справжньому. Третій: можу пояснити, як додати реального провайдера без зміни коду сервісу — один блок у YAML, рядок у роутері, ключ у змінних середовища gateway. Четвертий: fallback-порядок сформульований і записаний — одним рядком, поруч із роутером. Він чекає на тиждень 4, коли з'явиться механізм. Якщо всі чотири пункти — «так», ви готові до наступного уроку. Де завагалися — туди і повертайтеся в матеріалі. Питання, які лишилися, — несіть у канал потоку або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способи зіпсувати собі тиждень маршрутизації — всі перевірені чужими граблями. Топова модель на весь трафік «щоб напевно»: «напевно» коштує порядок грошей і не дає жодної гарантії якості на простих задачах — ми бачили це в першому блоці. Routing і fallback у конфізі gateway'я: воно працює — але ви збудували не механізм, а залежність від прапорців конкретного інструмента. Через півроку ніхто не пояснить, чому запит пішов саме туди. Слати всім провайдерам однаковий запит і дивуватися різним помилкам: провайдери «сумісні за стандартом», але розходяться в дрібницях. Нормалізація — робота адаптера; переконайтеся, що вона увімкнена, а не понадіялися на стандарт. І хардкод назв моделей по всьому коду: ім'я моделі має зустрічатися в сервісі один раз — у точці рішення. Все інше — розповзання політики по кодовій базі, і кожна зміна набору моделей перетворюється на пошук по всіх файлах.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Обов'язково — до наступного уроку, без здачі. Перше: закріпити лабу — роутер працює, SELECT model, count(*) FROM requests GROUP BY model показує дві моделі. Друге: переконатися, що жорстке ім'я моделі лишилося тільки в одному місці — у точці рішення. Третє: записати свій fallback-порядок одним рядком — він знадобиться на тижні 4. Опційно: сформулювати tier-політику на три рівні і оцінити по лозі частку трафіку кожного — це та сама вправа з опційного блоку уроку. І про ДЗ тижня: воно здається після наступного уроку. ДЗ тижня 2 об'єднує routing і cost: сьогоднішня частина вже у вас в руках, після уроку 4 додасться облік вартості — і тиждень здається одним PR. Критерії приймання будуть у файлі ДЗ після наступного уроку.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Дешеве — дешевій моделі, складне — сильній, і кожне рішення задокументоване: якщо ви не можете за хвилину пояснити, чому запит пішов на цю модель, у вас не маршрутизація, а лотерея з логами. Сервіс вирішує, адаптер виконує: політика маршрутизації — це код у Route(), який можна прочитати і протестувати, а нормалізація розбіжностей провайдерів — конфіг адаптера. Назва моделі — не константа: alias оновлюється під вами без вашого коміта, тому в production-конфізі стоїть snapshot, а оновлення — окрема свідома зміна. Route() віддає не назву моделі, а профіль виклику — і тому одна точка рішення важливіша за сам вибір: вона працює навіть тоді, коли модель одна. І fallback-порядок ви сьогодні оголосили й записали — механізм для нього з'явиться на тижні 4. Наступний урок — токеноміка і cost attribution. Routing розвів трафік по моделях — а скільки це коштує? Поки що поле cost_usd у лозі порожнє, і на питання «скільки коштує наш AI» система відповідає мовчанням. Розберемо, як рахувати вартість кожного запиту в момент запиту, оживимо плитку «Вартість сьогодні» і повісимо бюджет — щоб про перевитрату ви дізнавалися з консолі, а не з рахунку наприкінці місяця. До зустрічі.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ТИЖДЕНЬ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Мультипровайдерний gateway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маршрутизація моделей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модель на все — найдорожчий і найкрихкіший спосіб жити. Сьогодні сервіс навчиться обирати модель під задачу: розберемо конфіг адаптера, напишемо роутер, побачимо розподіл трафіку в базі — і зрозуміємо, чому додати нового провайдера має коштувати рядків у YAML, а не рефакторингу.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66360"/>
            <a:ext cx="1717243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66360"/>
            <a:ext cx="1717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9659" y="5166360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2759659" y="5166360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4957" y="516636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4957" y="516636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25312" y="5166360"/>
            <a:ext cx="2017166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166360"/>
            <a:ext cx="2017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0494" y="5166360"/>
            <a:ext cx="2092147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0494" y="5166360"/>
            <a:ext cx="2092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90658" y="5166360"/>
            <a:ext cx="1267358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0658" y="516636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3 з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зможете після цього уроку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Route() — роутер на десять рядків, що розводить ескалації і звичайні питання по двох моделях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67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в БД, що routing працює: SELECT model, count(*) — дві моделі, різні лічильники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916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пояснити, чому рішення про модель живе в сервісі, а виконання — в адаптері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6667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нового провайдера одним YAML-блоком — без зміни коду сервісу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4416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розрізнити alias і snapshot у назві моделі — і пояснити, чому в production модель пінять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сформулювати і записати fallback-порядок — політику, що оживе на тижні 4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«зрозуміти» — лише те, що можна зробити руками і перевірити.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на сьогодні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біди однієї моделі: ціна, вузьке горло, план Б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вирішує, адаптер виконує — межа відповідальності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Розтин конфіга; alias vs snapshot — модель треба пінити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Route(): роутер на десять рядків, одна точка рішення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за задачею, а не за текстом-в-лоб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самого рішення; один користувач — один маршрут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Fallback-порядок як оголошена політика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179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провайдера — без зміни коду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217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Опційно: третій маршрут і tier-система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217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208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Лаба: маршрути → перевірка в лозі → політика fallback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217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1792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21792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активності на слайдах: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720840" y="5358384"/>
            <a:ext cx="144018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42" name="Text 39"/>
          <p:cNvSpPr/>
          <p:nvPr/>
        </p:nvSpPr>
        <p:spPr>
          <a:xfrm>
            <a:off x="6720840" y="5358384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8298180" y="5358384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44" name="Text 41"/>
          <p:cNvSpPr/>
          <p:nvPr/>
        </p:nvSpPr>
        <p:spPr>
          <a:xfrm>
            <a:off x="8298180" y="5358384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9720072" y="5358384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46" name="Text 43"/>
          <p:cNvSpPr/>
          <p:nvPr/>
        </p:nvSpPr>
        <p:spPr>
          <a:xfrm>
            <a:off x="9720072" y="5358384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біди однієї моделі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Гроші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33284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різниця між дешевою і сильною моделлю на масовому трафіку — порядок вартості: не «трохи дорожче», а вдесятеро. FAQ через флагманську модель — таксі бізнес-класу, щоб винести сміття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Залежність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1975104"/>
            <a:ext cx="33284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провайдер — одна точка відмови, яка вам не належить: ліміти, деградації, зміни API. Поки модель одна — плану Б не існує навіть теоретично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554480"/>
            <a:ext cx="3657600" cy="2194560"/>
          </a:xfrm>
          <a:prstGeom prst="roundRect">
            <a:avLst>
              <a:gd name="adj" fmla="val 4167"/>
            </a:avLst>
          </a:prstGeom>
          <a:solidFill>
            <a:srgbClr val="F8F0E2"/>
          </a:solidFill>
          <a:ln/>
        </p:spPr>
      </p:sp>
      <p:sp>
        <p:nvSpPr>
          <p:cNvPr id="16" name="Text 13"/>
          <p:cNvSpPr/>
          <p:nvPr/>
        </p:nvSpPr>
        <p:spPr>
          <a:xfrm>
            <a:off x="830275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Несумісність у дрібницях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75104"/>
            <a:ext cx="332841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провайдери «сумісні за стандартом», але розходяться в деталях: те саме поле один приймає, інший відкидає з помилкою. Згладжувати це має не прикладний код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11091672" cy="1508760"/>
          </a:xfrm>
          <a:prstGeom prst="roundRect">
            <a:avLst>
              <a:gd name="adj" fmla="val 6061"/>
            </a:avLst>
          </a:prstGeom>
          <a:solidFill>
            <a:srgbClr val="ECEBFB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2062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4443984"/>
            <a:ext cx="10762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Маршрутизація — перший механізм тижня «гроші»: вона розводить трафік так, щоб дороге діставалося тільки складному. А заодно закладає фундамент надійності: система, яка вміє обирати між моделями, — за один крок від системи, яка вміє переживати падіння однієї з них (тиждень 4).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вирішує. Адаптер виконує.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ECEBFB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— вирішує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31520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яку модель викликати — рішення живе в коді, який можна прочитати, протестувати і залогувати.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Адаптер — виконує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2057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єдиний виклик до десятків провайдерів: формат помилок, автентифікація, ліміти на поля — нормалізує адаптер.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20040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E9F3EE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29184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" y="3529584"/>
            <a:ext cx="50657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— це код: його можна прочитати, протестувати, залогувати і пояснити на розборі інциденту. Конфіг стороннього інструмента — рішення, яке ви орендуєте: зникає з переходом на інший. Механізми переносяться, прапорці — ні.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63640" y="3200400"/>
            <a:ext cx="5394960" cy="2468880"/>
          </a:xfrm>
          <a:prstGeom prst="roundRect">
            <a:avLst>
              <a:gd name="adj" fmla="val 3704"/>
            </a:avLst>
          </a:prstGeom>
          <a:solidFill>
            <a:srgbClr val="F9E9E8"/>
          </a:solidFill>
          <a:ln/>
        </p:spPr>
      </p:sp>
      <p:sp>
        <p:nvSpPr>
          <p:cNvPr id="19" name="Text 16"/>
          <p:cNvSpPr/>
          <p:nvPr/>
        </p:nvSpPr>
        <p:spPr>
          <a:xfrm>
            <a:off x="6428232" y="3291840"/>
            <a:ext cx="506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28232" y="3529584"/>
            <a:ext cx="5065776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Побачити в документації адаптера розділ про routing і fallback — і перенести туди все: «навіщо код, якщо є галочка». Через півроку ніхто не відповість, чому запит пішов на цю модель: логіка розмазана між YAML, дефолтами і версією інструмента.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Розтин конфіга: дві «моделі» на одному mock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6217920" cy="4480560"/>
          </a:xfrm>
          <a:prstGeom prst="roundRect">
            <a:avLst>
              <a:gd name="adj" fmla="val 2449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815584" cy="422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model_list: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[W2] дві "моделі" на mock — щоб routing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     мав із чого обирати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mock-mini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litellm_params: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openai/mock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api_base: http://mock-provider:9000/v1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api_key: "sk-mock"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mock-strong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litellm_params: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той самий mock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openai/mock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api_base: http://mock-provider:9000/v1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litellm_settings: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drop_params: true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num_retries: 0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збої йдуть у сервіс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1554480"/>
            <a:ext cx="4645152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59752" y="166420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mock — навмисно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59752" y="1975104"/>
            <a:ext cx="43159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механіка маршрутизації справжня: сервіс реально обирає між іменами, база показує розподіл — а рахунок нульовий. Реальний ключ змінить лише праві частини YAML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95160" y="3108960"/>
            <a:ext cx="4645152" cy="1371600"/>
          </a:xfrm>
          <a:prstGeom prst="roundRect">
            <a:avLst>
              <a:gd name="adj" fmla="val 6667"/>
            </a:avLst>
          </a:prstGeom>
          <a:solidFill>
            <a:srgbClr val="E9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7159752" y="321868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drop_params: true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159752" y="3529584"/>
            <a:ext cx="4315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адаптер мовчки відкидає поля, які провайдер не приймає, — страховка від «валідного поля, що кладе канал»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95160" y="4617720"/>
            <a:ext cx="4645152" cy="1417320"/>
          </a:xfrm>
          <a:prstGeom prst="roundRect">
            <a:avLst>
              <a:gd name="adj" fmla="val 6452"/>
            </a:avLst>
          </a:prstGeom>
          <a:solidFill>
            <a:srgbClr val="F8F0E2"/>
          </a:solidFill>
          <a:ln/>
        </p:spPr>
      </p:sp>
      <p:sp>
        <p:nvSpPr>
          <p:cNvPr id="18" name="Text 15"/>
          <p:cNvSpPr/>
          <p:nvPr/>
        </p:nvSpPr>
        <p:spPr>
          <a:xfrm>
            <a:off x="7159752" y="4727448"/>
            <a:ext cx="4315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num_retries: 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59752" y="5038344"/>
            <a:ext cx="43159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збої долітають до сервісу, який вирішує, що робити. Приховані ретраї — рішення, які хтось ухвалює за вас і без сліду в лозі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«Модель» за назвою — не та сама модель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— «остання версія сімейства»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1114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автоматично отримуєте покращення — і небезпека в тому самому: постачальник оновлює модель за цією назвою, і поведінка системи змінюється без жодного вашого коміта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55448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6382512" y="16642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— зафіксована версія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82512" y="1975104"/>
            <a:ext cx="511149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конкретна версія з датою чи ідентифікатором: не змінюється під вами, але й не оновлюється сама — і колись її виведуть з обігу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749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8F0E2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8404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13232" y="407822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принцип, що з образами контейнерів: у прод не котять latest. Ми і в курсі пінимо gateway за digest'ом, а не за рухомим тегом. Модель провайдера — той самий клас залежності, тільки ще й недетермінована.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production: у конфізі — snapshot;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оновлення — окрема свідома зміна через ті самі перевірки якості, що й зміна промпта (уроки 10–11). Інакше — «регресія без коміта», де винуватець поза вашою організацією.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Route(): роутер на десять рядків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6720840" cy="3383280"/>
          </a:xfrm>
          <a:prstGeom prst="roundRect">
            <a:avLst>
              <a:gd name="adj" fmla="val 3243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728216"/>
            <a:ext cx="6318504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[W2] routing: ескалація -&gt; сильна, решта -&gt; дешева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model = Route(body.Message, defaultModel);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string Route(string message, string def)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(def != "mock") return def;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реальний ключ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u = message.ToLowerInvariant();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 escalation = u.Contains("поверн") || u.Contains("терміново")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|| u.Contains("refund") || u.Contains("скарг");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escalation ?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"mock-strong"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"mock-mini"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98080" y="1600200"/>
            <a:ext cx="41422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62672" y="1709928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— лише дефолт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662672" y="2020824"/>
            <a:ext cx="3813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жорстка змінна зникла зі шляху рішення; лишилася дефолтом для реального ключа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98080" y="2770632"/>
            <a:ext cx="41422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62672" y="288036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Політика — в одне речення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62672" y="3191256"/>
            <a:ext cx="3813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«повернення, скарги і термінове — на сильну, решта — на дешеву»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98080" y="3941064"/>
            <a:ext cx="414223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62672" y="405079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Кожне рішення — в лозі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62672" y="4361688"/>
            <a:ext cx="381304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model пишеться з першого дня: рішення роутера можна порахувати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Важливий не спосіб класифікації, а одна точка рішення: </a:t>
            </a:r>
            <a:pPr indent="0" marL="0">
              <a:buNone/>
            </a:pPr>
            <a:r>
              <a:rPr lang="en-US" sz="13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помінявши нутрощі Route(), ви не чіпаєте більше нічого.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ще каже цей код — до того, як вкусить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9F3EE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 функція = найдешевші тести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33284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на вході, ім'я моделі на виході: таблиця «повідомлення → модель» і десяток assert'ів — без стека, бази і mock. Зміна політики видна в діфі тестів, а не в рахунку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Конфлікти маркерів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1975104"/>
            <a:ext cx="33284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сумнів — на користь дорожчого: «дякую, але хочу повернути гроші» — і подяка, і ескалація: їде на strong. «Переплатили за просте» дешевше, ніж «зекономили на скарзі»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55448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8F0E2"/>
          </a:solidFill>
          <a:ln/>
        </p:spPr>
      </p:sp>
      <p:sp>
        <p:nvSpPr>
          <p:cNvPr id="16" name="Text 13"/>
          <p:cNvSpPr/>
          <p:nvPr/>
        </p:nvSpPr>
        <p:spPr>
          <a:xfrm>
            <a:off x="830275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Мова: маркери двомовні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75104"/>
            <a:ext cx="33284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«поверн» і «refund» — навмисно. У проді словники розповзаються по мовах і синонімах — момент, коли класифікація інтенту починає окупатися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ECEBFB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2519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ПЕРШИЙ РЯДОК: З ОДНИМ РЕАЛЬНИМ КЛЮЧЕМ РОУТЕР ВИРОДЖУЄТЬСЯ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4489704"/>
            <a:ext cx="10762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Щойно MODEL не «mock», Route() повертає задану модель — другої реальної в конфізі немає. Це чесний стан контуру з одним провайдером, а не «роутинг вимкнули». Повернути маршрутизацію на реальних моделях = другий блок у YAML + друга гілка. Без другої моделі головний важіль вартості (урок 4) на реальному ключі не працює — краще знати наперед, а не здивуватися рахунку.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— за задачею, не за текстом-в-лоб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ECEBF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Правила за ключовими словами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 рівень: дешево, прозоро, зрозуміло на розборі; ламається на перефразуваннях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Класифікація інтенту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1975104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дешева модель визначає тип задачі, тип вирішує маршрут: копійка на класифікацію — гривня економії на генерації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55448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Маршрут за контекстом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75104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тенант, фіча, пріоритет клієнта, ліміт бюджету: текст — лише один із сигналів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5204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363016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Новий вимір: режим мислення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13232" y="3941064"/>
            <a:ext cx="1076248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модель у режимі глибокого мислення коштує і триває в рази більше. Дешевий режим — дефолт, дорогий — за явним критерієм (ескалація, юридично чутливе, багатокрокова задача); рішення — в одній точці і в лозі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800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9F3EE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8920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512978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Дешеве — дешевій моделі, складне — сильній, рішення — задокументоване. Якщо ви не можете за хвилину пояснити, чому конкретний запит пішов на конкретну модель, у вас не маршрутизація, а лотерея з логами.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Скільки коштує саме рішення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776472"/>
                <a:gridCol w="41148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Спосіб вирішити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додає до кожного запиту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Коли доречний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Правила / маркери в тексті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частки мілісекунди, нуль токенів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03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поки класів мало і вони описуються словником; наш випадок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Дешева модель-класифікатор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додатковий виклик: своя латентність і свої токени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словники розповзлися по мовах і синонімах, класів більше трьох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Класифікація за схожістю (embeddings)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виклик за векторами + сховище й індекс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класів десятки і вони змінюються без релізу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9776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Арифметика до впровадження: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класифікатор на +300 мс погіршує latency всім — включно з тими, чиї запити й так ішли на дешеву модель. Економія від маршруту мусить перевищити вартість самого рішення.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75488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9F3EE"/>
          </a:solidFill>
          <a:ln/>
        </p:spPr>
      </p:sp>
      <p:sp>
        <p:nvSpPr>
          <p:cNvPr id="12" name="Text 8"/>
          <p:cNvSpPr/>
          <p:nvPr/>
        </p:nvSpPr>
        <p:spPr>
          <a:xfrm>
            <a:off x="713232" y="484632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713232" y="5084064"/>
            <a:ext cx="1076248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про модель — теж виклик, теж латентність, теж гроші. Починайте з найдешевшого способу, який закриває поточні класи, і рухайтеся вгору, лише коли зміряли, що дешевший більше не працює. «Розумний роутер» на дві категорії — складність, яку додали заздалегідь і назвали архітектурою.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користувач — один маршрут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Симптом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0657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перше питання — на сильну, друге — на дешеву, третє знову на сильну: співрозмовник то розумніє, то тупіє, міняє тон і довжину. Кожен вибір правильний — сумарно досвід зламаний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6428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Лікування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28232" y="1975104"/>
            <a:ext cx="50657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маршрут, який не диктується задачею, тримайте стабільним у межах сесії: вибір за хешем ідентифікатора розмови, а не заново на кожну репліку. Ескалація — виняток: завжди сильна модель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3840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Стабільний вибір за ключем користувача — базова операція «на виріст»: 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сама, що для A/B промптів (урок 2) і canary (урок 11). Пишеться один раз.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9E9E8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45720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13232" y="480974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за випадковим числом «щоб рівномірно розподілити». Рівномірність отримаєте — разом із системою, поведінка якої не відтворюється: та сама людина двічі отримує різні відповіді, і жодна скарга не діагностується. Випадковість допустима лише в свідомому експерименті — і навіть там ключ = користувач, а не запит.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нас одна модель» — усе одно є що маршрутизувати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511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маршрутизуємо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Приклад рішення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дає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max_tokens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коротка відповідь на FAQ, довга на скаргу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стеля вартості на клас запиту, а не на всю систему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temperature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мінімальна для довідкових, вища для формулювань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передбачуваність там, де потрібна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Версія промпта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ескалації — свій промпт, FAQ — свій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той самий реєстр з уроку 2, без нових механізмів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Набір інструментів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для загальних, повний для авторизованих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менша поверхня для injection (урок 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Бюджет часу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жорсткий таймаут інтерактивним, вільніший фоновим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під очікування користувача (урок 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 мислення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увімкнений лише для складних класів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найдорожчий параметр сучасних API — не для FAQ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8920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9F3EE"/>
          </a:solidFill>
          <a:ln/>
        </p:spPr>
      </p:sp>
      <p:sp>
        <p:nvSpPr>
          <p:cNvPr id="11" name="Text 7"/>
          <p:cNvSpPr/>
          <p:nvPr/>
        </p:nvSpPr>
        <p:spPr>
          <a:xfrm>
            <a:off x="713232" y="49834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713232" y="522122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Route() віддає не «назву моделі», а профіль виклику. Один провайдер — не привід не мати роутера; привід — відсутність класів запитів, а їх майже завжди більше одного. Мінімальний роутер при одній моделі розводить FAQ і скарги за довжиною відповіді й версією промпта — і вже цим економить.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Fallback-порядок: політика, яку сьогодні лише оголосимо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22960" y="169164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mock-strong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0" y="1691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00400" y="1691640"/>
            <a:ext cx="19202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691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mock-mini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394960" y="16916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разі збою сильної — краще відповісти дешевшою, ніж не відповісти взагалі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26060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27157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— рішення, на тижні 4 — механізм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13232" y="302666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чергу фіксуємо поруч із роутером і обговорюємо з командою. Політика без механізму — просто текст; механізм без політики — імпровізація під час інциденту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260604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8F0E2"/>
          </a:solidFill>
          <a:ln/>
        </p:spPr>
      </p:sp>
      <p:sp>
        <p:nvSpPr>
          <p:cNvPr id="19" name="Text 16"/>
          <p:cNvSpPr/>
          <p:nvPr/>
        </p:nvSpPr>
        <p:spPr>
          <a:xfrm>
            <a:off x="6428232" y="27157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словник імен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28232" y="3026664"/>
            <a:ext cx="5065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і fallback читають той самий конфіг: кожна зміна набору моделей іде по обох списках. Ім'я поза конфігом — помилка на першому запиті; нетестований резерв — помилка в момент інциденту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CEBFB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7091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ЧОМУ ЧЕРГА — ВНИЗ, А НЕ ВБІК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4946904"/>
            <a:ext cx="107624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на рівноцінну модель іншого провайдера — теж варіант (на проді поширений), але потребує другого реального провайдера. Деградація на дешевшу — універсальніший перший крок: вона завжди доступна і чесно втілює пріоритет «відповісти хоч якось краще, ніж не відповісти».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провайдера — без зміни коду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45920"/>
            <a:ext cx="6309360" cy="2194560"/>
          </a:xfrm>
          <a:prstGeom prst="roundRect">
            <a:avLst>
              <a:gd name="adj" fmla="val 5000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773936"/>
            <a:ext cx="590702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model_name: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azure-gpt-4o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litellm_params: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model: azure/gpt-4o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api_base: os.environ/AZURE_API_BASE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api_key: os.environ/AZURE_API_KEY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178040" y="164592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рядок у Route() або у fallback-порядку, якщо пускаємо трафік.
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виклику, парсинг відповіді, логування — не змінюються взагалі: для сервісу це просто ще одне ім'я моделі. Ключ живе у змінних середовища gateway — секрети не перетинають межу адаптера (урок 1).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420624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F8F0E2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42976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3232" y="4535424"/>
            <a:ext cx="107624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Називайте моделі в конфізі за роллю (mini, strong), а не за вендором. Тоді «переїхати з провайдера А на провайдера Б» — це заміна правої частини YAML при незмінних іменах, і жоден рядок сервісу, лога чи дашборда не дізнається про переїзд.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Третій маршрут: tier-система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E9F3EE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FAQ-tier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2020824"/>
            <a:ext cx="33284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типові питання: найдешевша модель або взагалі заготовлені відповіді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160020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Standard-tier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7992" y="2020824"/>
            <a:ext cx="33284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звичайний діалог: робоча модель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160020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9E9E8"/>
          </a:solidFill>
          <a:ln/>
        </p:spPr>
      </p:sp>
      <p:sp>
        <p:nvSpPr>
          <p:cNvPr id="18" name="Text 15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Escalation-tier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2020824"/>
            <a:ext cx="33284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скарги, повернення, юридично чутливе: найсильніша модель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6118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3232" y="37216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Механічно — дешево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13232" y="4032504"/>
            <a:ext cx="50657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ще одна гілка в Route() і ще одне ім'я в конфізі — після сьогоднішнього уроку ви вмієте і те, і те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263640" y="361188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CEBFB"/>
          </a:solidFill>
          <a:ln/>
        </p:spPr>
      </p:sp>
      <p:sp>
        <p:nvSpPr>
          <p:cNvPr id="24" name="Text 21"/>
          <p:cNvSpPr/>
          <p:nvPr/>
        </p:nvSpPr>
        <p:spPr>
          <a:xfrm>
            <a:off x="6428232" y="37216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Змістовно — вправа на політику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28232" y="4032504"/>
            <a:ext cx="506577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провести межі між рівнями і як захистити рішення цифрами: частка трафіку і вартість кожного tier — усе вже є в лозі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Почніть із розподілу </a:t>
            </a:r>
            <a:pPr indent="0" marL="0">
              <a:buNone/>
            </a:pPr>
            <a:r>
              <a:rPr lang="en-US" sz="115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model, count(*)</a:t>
            </a:r>
            <a:pPr indent="0" marL="0">
              <a:buNone/>
            </a:pPr>
            <a:r>
              <a:rPr lang="en-US" sz="12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кілька днів: якщо 80% трафіку — три однакові питання, FAQ-tier окупається одразу.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ви побачите — і навіщо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91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6459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конфіг gateway: mock-mini і mock-strong — дві «моделі» на одному mock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5146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Route() у сервісі — точка рішення на десять рядків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42900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429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33832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кілька питань обох типів: звичайні + ескалації («поверніть гроші, терміново»)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2976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42519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розподіл у БД: SELECT model, count(*) FROM requests GROUP BY model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909560" y="1691640"/>
            <a:ext cx="3730752" cy="2377440"/>
          </a:xfrm>
          <a:prstGeom prst="roundRect">
            <a:avLst>
              <a:gd name="adj" fmla="val 3846"/>
            </a:avLst>
          </a:prstGeom>
          <a:solidFill>
            <a:srgbClr val="ECEBFB"/>
          </a:solidFill>
          <a:ln/>
        </p:spPr>
      </p:sp>
      <p:sp>
        <p:nvSpPr>
          <p:cNvPr id="20" name="Text 17"/>
          <p:cNvSpPr/>
          <p:nvPr/>
        </p:nvSpPr>
        <p:spPr>
          <a:xfrm>
            <a:off x="8074152" y="1783080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074152" y="2020824"/>
            <a:ext cx="34015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Побачити перший операційний доказ, що routing працює: не «код написаний», а «трафік розведений». Дві моделі з різними лічильниками в базі — різниця між цими формулюваннями і є темою уроку.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909560" y="4297680"/>
            <a:ext cx="3730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Ескалації українською в демо йдуть через чат в UI — там кирилиця доїжджає неушкодженою.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Лабораторна: чотири частини + опційна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727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572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9961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Прочитати конфіг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gateway/litellm-config.yaml: mock-mini і mock-strong → той самий mock; навіщо drop_params і num_retries: 0?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39572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роутер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Route(message): «поверн», «терміново», «скарг», «refund» → mock-strong, решта → mock-mini; MODEL — лише дефолт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3649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291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Побачити розподіл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обох типів (кирилиця — тілом із файлу або через UI!) → SELECT model, count(*) FROM requests GROUP BY model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26110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261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41879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«третього провайдера» на папері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YAML-блок + місце у fallback-порядку; код сервісу не змінився б узагалі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572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9A5B12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157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508406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Накидати tier-політику  · опційно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межі трьох рівнів для свого трафіку + частка запитів кожного по лозі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довело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E9F3EE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Трафік розведений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020824"/>
            <a:ext cx="33284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model, count(*) — дві моделі, різні лічильники: операційний доказ, а не «код написаний»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 читається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7992" y="2020824"/>
            <a:ext cx="33284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уся політика — в одній функції; кожен вибір — задокументована подія в лозі, яку можна порахувати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ECEBFB"/>
          </a:solidFill>
          <a:ln/>
        </p:spPr>
      </p:sp>
      <p:sp>
        <p:nvSpPr>
          <p:cNvPr id="14" name="Text 11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Розширення дешеве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2752" y="2020824"/>
            <a:ext cx="3328416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«третій провайдер» на папері = один YAML-блок і нуль рядків коду сервісу — межа ролей тримається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2062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фундамент тижня «Routing + cost».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Наступного уроку на це саме поле model ляже вартість кожного запиту — і розподіл трафіку перетвориться на розподіл грошей.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535" y="55778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3" name="Text 1"/>
          <p:cNvSpPr/>
          <p:nvPr/>
        </p:nvSpPr>
        <p:spPr>
          <a:xfrm>
            <a:off x="9768535" y="557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розводить запити по двох моделях — і це видно в БД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41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пояснити, чому рішення в сервісі, а виконання — в адаптері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можу пояснити, як додати реального провайдера без зміни коду сервісу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fallback-порядок сформульований і записаний — чекає на тиждень 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828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554480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Топова модель на весь трафік «щоб напевно»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«напевно» коштує порядок грошей і не дає жодної гарантії якості на простих задачах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151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450592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і fallback у конфізі gateway'я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працює — але ви збудували не механізм, а залежність від прапорців конкретного інструмента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34670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Слати всім провайдерам однаковий запит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і дивуватися різним помилкам. Нормалізація — робота адаптера; переконайтеся, що вона увімкнена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24281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407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242816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Хардкод назв моделей по всьому коду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ім'я моделі має зустрічатися в сервісі один раз — у точці рішення. Решта — розповзання політики по кодовій базі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709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Обов'язково — до наступного уроку (без здачі)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148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закріпити лабу: роутер працює, SELECT model, count(*) FROM requests GROUP BY model показує дві моделі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2926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переконатися, що жорстке ім'я моделі лишилося тільки в одному місці — у точці рішення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77240" y="3703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записати свій fallback-порядок (одним рядком) — знадобиться на тижні 4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60020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28232" y="1709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9224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сформулювати tier-політику на три рівні і оцінити по лозі частку трафіку кожного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8920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тижня 2 — після наступного уроку: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воно об'єднує routing і cost: сьогоднішня частина вже у вас в руках, після уроку 4 додасться облік вартості — і тиждень здається одним PR. Критерії — у файлі ДЗ після наступного уроку.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УРОКУ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дешеве — дешевій моделі, складне — сильній, рішення — задокументоване; інакше це лотерея з логами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вирішує, адаптер виконує: routing — код у Route(), нормалізація розбіжностей — конфіг адаптера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 моделі — не константа: у production пінять snapshot; alias — «регресія без коміта»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Route() віддає профіль виклику, і одна точка рішення важливіша за сам вибір — навіть з однією моделлю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5935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fallback-порядок оголошено і записано сьогодні — механізм оживе на тижні 4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8172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 → Урок 4 · Токеноміка і cost attribution
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розвів трафік по моделях — а скільки це коштує? Поки що поле cost_usd у лозі порожнє, і на питання «скільки коштує наш AI» система відповідає мовчанням. Далі: рахуємо вартість кожного запиту в момент запиту, оживляємо плитку «Вартість сьогодні» і вішаємо бюджет.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3 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3 · Мультипровайдерний gateway і маршрутизація моделей</dc:title>
  <dc:subject>PptxGenJS Presentation</dc:subject>
  <dc:creator>LLMOps Bootcamp</dc:creator>
  <cp:lastModifiedBy>LLMOps Bootcamp</cp:lastModifiedBy>
  <cp:revision>1</cp:revision>
  <dcterms:created xsi:type="dcterms:W3CDTF">2026-08-07T21:07:30Z</dcterms:created>
  <dcterms:modified xsi:type="dcterms:W3CDTF">2026-08-07T21:07:30Z</dcterms:modified>
</cp:coreProperties>
</file>