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четвертому уроці. «Скільки коштує наш AI?» — питання, на яке більшість команд відповідає рахунком провайдера наприкінці місяця. І це запізно: вартість LLM-фічі — не константа, вона залежить від моделі, довжини контексту, поведінки користувачів і навіть від того, як ви склеюєте промпт. Сьогодні наша система навчиться знати вартість кожного запиту в момент відповіді. Заведемо прайс моделей у сервісі, порахуємо просту формулу поверх usage, заповнимо поле cost_usd, яке стояло порожнім із першого уроку, і оживимо плитку «Вартість сьогодні» з бюджетом поруч. Це другий урок тижня «Routing + cost» — і саме сьогодні минулий урок окупиться на очах: ви побачите в базі, що ескалація на сильну модель коштує в рази більше за звичайне питання, і вперше порахуєте важіль роутингу в доларах, а не у відчуттях.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уроку — конкретними діями. Після сьогоднішнього заняття ви зможете: завести прайс моделей у сервісі — поруч із Route(), там, де ухвалюється рішення про модель; порахувати вартість кожного запиту з блока usage і записати cost_usd у лог; показати одним SELECT, що ескалація коштує дорожче за FAQ — і це видно в базі; оживити GET /cost і плитку «Вартість сьогодні», щоб поруч із витратою стояв бюджет; розкласти витрати за моделлю, днем і версією промпта одним GROUP BY; і пояснити, чому перевірки якості та ретраї рахуються так само, як бойовий трафік, — і чому одне звернення користувача не дорівнює одному виклику моделі. Кожен пункт ви перевірите руками ще сьогодні — у лабораторній.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такий. Спершу проблема: чому рахунок наприкінці місяця — це не облік, а розтин. Потім механіка: блок usage як єдине джерело правди, і чому українською той самий зміст обходиться дорожче. Далі три шматки сьогоднішньої роботи: прайс у сервісі, формула вартості на три рядки і ендпоінт GET /cost, що оживляє плитку консолі. Між ними — дві концептуальні речі, які коштують дорожче за код: чому одне звернення користувача не дорівнює одному виклику моделі, і чому атрибуція важливіша за загальну суму. Блок 08 з'єднає цей урок із минулим: важіль роутингу стане видимим у грошах. Опційний блок 09 — budget-політика: що робити, коли витрати наближаються до порогу. Потім лабораторна на чотири обов'язкові частини плюс опційна, антипатерни тижня і домашнє завдання — сьогодні воно вже зі здачею, бо тиждень 2 закривається.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Вартість LLM-фічі — не константа. Вона залежить від моделі, довжини контексту, поведінки користувачів і навіть від того, як ви склеюєте промпт. Поки обліку немає, сценарій завжди однаковий: фіча злітає, всі радіють, наприкінці місяця приходить рахунок удесятеро більший за очікуваний — і починається археологія. Хто витратив? На чому? Коли почалося? Лог мовчить, бо ніхто не писав туди грошей. Є і підступніший бік: оцінювання якості теж коштує. Перевірки на кшталт LLM-as-judge — це такі самі токени, як бойові запити. З практики: я бачив, як пайплайн оцінки з'їдав відчутну частку бюджету просто тому, що його ніхто не рахував окремо — у звіті були лише «бойові» виклики, а judge-виклики летіли повз облік. Звіт сходився, гроші — ні. З уроку 1 це властивість номер два LLM-систем: оплата за токен означає, що вартість визначається поведінкою, а не кількістю запитів. Тому й керувати нею треба на рівні запиту — там, де поведінка видима. Звідси принцип: рахується все, що ходить у модель — бойовий трафік, ретраї, перевірки якості, службові виклики. Будь-який виняток з обліку — це майбутня стаття витрат, про яку ви дізнаєтесь останнім.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Добра новина: все необхідне для обліку вже приходить із кожною відповіддю. Блок usage — стандартна частина відповіді моделі: prompt_tokens і completion_tokens. Наш сервіс парсить ці два числа з першого дня — подивіться в /chat, вони вже їдуть у лог. Вартість — проста формула поверх них: токени, помножені на ціну конкретної моделі, окремо для вхідних і вихідних, бо провайдери тарифікують їх по-різному — вихідні зазвичай у кілька разів дорожчі. Mock повертає реалістичний usage — оцінює токени за довжиною тексту, приблизно чотири символи на токен, — тому вся механіка сьогоднішнього уроку тренується без ключа і без витрат. З реальним провайдером зміняться лише цифри у прайсі: формула, лог і консоль не дізнаються про різницю. Окрема згадка про prompt_tokens: у реальних системах саме вони зазвичай домінують у рахунку, і це неочевидно, поки не подивишся в usage. Системний промпт їде в модель із кожним запитом. А в багатоходовому діалозі з кожним ходом їде і вся попередня історія: десятий хід може коштувати вдесятеро дорожче за перший при тій самій довжині відповіді. Наш SupportGW поки одноходовий, але коли додаватимете історію діалогу — пам'ятайте: розмір вікна контексту — це стаття витрат, якою треба керувати. І чому облік саме в момент запиту, а не з рахунку: рахунок провайдера — агрегат, сума за місяць по ключу. З нього неможливо відповісти на жодне операційне питання. Облік на рівні запиту дає ті самі гроші, але з роздільною здатністю, на якій можливі рішення.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Одиниця обліку — токен, і кількість токенів у тому самому змісті залежить від мови. Англійський текст ділиться приблизно по чотири символи на токен; український — гірше, бо кирилиця скромніше представлена у словниках токенізаторів, і слово часто розпадається на кілька частин. Порядок різниці варто виміряти самому на власних текстах — найпростіше прогнати десяток типових запитів і подивитися prompt_tokens у лозі. Але напрям стабільний: українською той самий зміст обходиться дорожче. З цього ростуть три рішення, які ухвалюють один раз і живуть з ними роками. Перше: мова системного промпта — він їде в кожному запиті, тож його довжина множиться на весь трафік. Друге: скільки історії діалогу тягнути — контекст оплачується повторно на кожному кроці, і українською вікно закінчується швидше. Третє: де тримати довгі інструкції та приклади — якщо вони стабільні, їхнє місце на початку промпта, щоб їх підхопив кеш префікса. І типова помилка: економити на промпті замість економити на моделі й повторах. «Скоротимо системний промпт на 30%» дає економію в межах вхідних токенів — найдешевшої з трьох ставок. Перевести просте питання з сильної моделі на дешеву — це минулий урок — або взагалі не питати вдруге те, що вже спитали — це урок 5 — дає різницю в разах, а не у відсотках. Оптимізуйте в порядку зменшення важеля, а не в порядку простоти.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Перший шматок сьогоднішньої роботи — табличка цін за тисячу токенів: словник із двох пар чисел, для mock-mini і mock-strong, окремо вхідні й вихідні. Числа навчальні, але пропорції списані з реальних прайсів: сильна модель дорожча за дешеву приблизно в шістнадцять разів, вихідні токени дорожчі за вхідні в чотири. Саме ці пропорції, а не абсолютні цифри, визначають операційні рішення — і саме тому routing з минулого уроку є головним важелем економії. Чому словник у коді, а не таблиця в базі чи конфіг адаптера? Для двох моделей — бо це найпростіше місце, яке видно в діфі. Принципово інше: прайс лежить поруч із точкою рішення — там же, де Route(). Ціна моделі — вхідний параметр маршрутизації, а не бухгалтерська довідка: змінюється прайс — переглядається політика. І суміжне питання, яке варто закрити явно: чому вартість рахує сервіс, а не адаптер, який теж бачить usage? З тієї ж причини, що й routing: вартість — це частина вашого лог-рядка, і рахувати її треба там, де відомий увесь контекст запиту — версія промпта, майбутні тенант і фіча. Адаптер знає ціну виклику, але не знає, чий це виклик; облік у чужому шарі означає вічний join двох систем із двома правдами. Джерело правди про гроші має жити поруч із рештою правди — у вашому лозі.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Тримайте прайс живим: застарілі ціни — це не разова помилка, а систематичне викривлення всіх звітів одразу. З практики платформи, де я веду облік вартості для голосових і чатових агентів: у каталозі моделей ми ловили застарілі ціни, які вже розійшлися з тарифами постачальника, — і виправляли їх окремими комітами, як баги. А ще тарифікація ускладнюється швидше, ніж здається: у реальних прайсів окрема ціна на кешовані токени, а в cost-записі довелося зробити обов'язковим поле регіону — та сама модель у різних регіонах коштує по-різному. Словник із двох пар чисел — правильний старт, але закладайте в голову: прайс — це живі дані з власником і датою, а не константа. Про кешовані токени варто сказати два речення, бо це вже мейнстрім тарифікації. Сучасні провайдери вміють кешувати префікс промпта на своєму боці: незмінна частина — системний промпт, схеми інструментів — на повторних викликах тарифікується в рази дешевше, ніж «свіжі» вхідні токени. Для систем із довгим системним промптом це помітна стаття економії, і в чесному прайсі тоді вже не дві ціни на модель, а три: вхідні, кешовані вхідні, вихідні. Не плутайте з кешем відповідей, який ми збудуємо наступного тижня: той прибирає виклик моделі цілком, цей — здешевлює виклик зсередини; вони не конкурують, а складаються. І лайфхак: раз на місяць звіряйте суму зі свого лога з рахунком провайдера. Розбіжність понад кілька відсотків — це діра в обліку: неврахований сервіс, службові виклики повз лог або застарілий прайс. Дешева звичка, яка ловить дорогі сюрпризи.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Другий шматок — сама вартість. Після парсингу відповіді, поруч із latency_ms: беремо usage, дістаємо ціну моделі з прайсу і рахуємо — вхідні токени на ставку вхідних плюс вихідні на ставку вихідних, поділені на тисячу. Дві операційні дрібниці, які виглядають дріб'язком, а насправді ні. Перша: якщо моделі немає у прайсі — пишемо null, а не нуль. Нуль — це брехня: «запит був безкоштовний». Null — чесне «не знаємо», яке легко знайти запитом і полагодити прайс. Єдиний випадок, де нуль у cost_usd чесний, — кеш-хіт, коли запит справді нічого не коштував; він з'явиться на уроці 5. Друга дрібниця: округлення до шести знаків збігається з типом колонки NUMERIC(10,6). На копійчаних цифрах mock це неважливо — на мільйонах реальних запитів неузгоджене округлення дає розбіжності, які потім шукають тижнями. І все — costUsd їде в LogRequest, у поле, що стояло порожнім із уроку 1. Кожен рядок лога тепер відповідає на питання «скільки коштував цей конкретний запит».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Найпідступніша помилка в обліку вартості робиться не в арифметиці, а в одиниці вимірювання. Ви порахували ціну виклику — і вважаєте, що знаєте ціну запиту. Це правда рівно доти, доки в системі немає нічого з того, що ми будуємо далі. Подивіться, що станеться з одним питанням користувача, коли контур доросте. Ретрай після 429 або таймаута — виклик другий, і токени за перший, невдалий, вам теж порахують, якщо модель уже почала відповідати. Fallback на іншу модель — виклик третій, причому за іншим прайсом: резерв часто дорожчий, бо береться сильніша модель. Tool-цикл з уроку 6 — це два виклики на одне питання, і другий несе в собі і промпт, і результат інструмента. Guardrail-класифікатор чи класифікатор маршруту — ще один виклик, якщо він модельний. Тобто одне питання цілком реально коштує чотирьох викликів — і в лозі це чотири рядки. Якщо рахувати «середню вартість запиту» як середнє по рядках, ви рахуєте середню вартість виклику — зовсім іншу, значно меншу й приємнішу цифру. Помилка в рази, у бік «у нас усе дешево». У нашому контурі поки рівно один виклик на звернення, тому request_id як первинного ключа достатньо. Коли викликів стане більше, схема зміниться: окремий id стає первинним ключем, request_id — колонкою з індексом, спільною для всіх викликів звернення, — і вартість звернення це SUM із GROUP BY, а не AVG. Принцип «ключ звернення не дорівнює ключу виклику» запам'ятайте зараз — застосуєте при першій появі другого виклику. І практична деталь: ретрай і fallback — виклики, які не дійшли до користувача, але гроші за них списані. Розрізняйте в лозі виклик успішний і виклик-спробу — інакше одного дня вартість зросте на 40% при незмінній кількості відповідей, і ви півдня шукатимете «звідки», поки не згадаєте про інцидент у провайдера й лавину ретраїв.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Остання одиниця, до якої варто дійти, — не технічна. Керівництву й фінансам байдужа ціна токена; їм зрозуміла ціна вирішеного звернення: скільки коштує закрити один запит користувача без людини. Ця цифра рахується елементарно, коли є облік по request_id і будь-яка ознака результату — ескалація сталася чи ні. І саме вона перетворює вашу роботу на аргумент: «фіча обробляє N звернень на тиждень по X центів за звернення проти Y хвилин оператора». Та сама цифра — єдиний спосіб чесно порівняти дешеву модель із сильною. Дешева модель, яка вдвічі частіше ескалює на людину, не економить нічого: ви зменшили ціну виклику і збільшили ціну результату. Порівнювати прайси в такій ситуації безглуздо — порівнювати треба вартість вирішеного звернення. До KPI-мови ми повернемося на останньому уроці, але лічильники для неї закладаються тут: cost_usd у кожному рядку плюс ознака результату — і бізнес-цифра готова.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«Ми витратили 400 доларів цього місяця» — марна цифра: з неї не випливає жодної дії. «310 з них — ескалації на strong-моделі, з яких третина за ключовими словами могла піти на mini» — це вже рішення з порахованим ефектом. Різниця між першим і другим — атрибуція: вміння розкласти суму за осями. Мінімальний набір розрізів у нас уже є, бо все лежить в одному лог-рядку: за моделлю — чи справді дороге дістається тільки складному; за днем — тренд і сплески. Дорослі розрізи — per-team, per-feature, per-tenant — це не нова система, а додаткові колонки в тому самому рядку: хто спитав, з якої фічі, для якого клієнта. Записали в момент запиту — і будь-який зріз коштує один GROUP BY. Не записали — і реконструювати заднім числом уже неможливо. Як це працює в бою — розслідування сплеску вартості за три запити. Крок перший: групування за днем — коли почалося; у вівторок. Крок другий: той самий день, групування за моделлю — розподіл трафіку не змінився, отже справа не в роутері. Крок третій: групування за версією промпта з середніми prompt_tokens — а у вівторок якраз активували нову версію, вдвічі довшу, і кожен запит повіз зайві токени. П'ять хвилин від «чому дорого» до конкретної активації — проти археології з блока 01, яка займала тижні. Уся різниця — в тому, що поля були записані в момент запиту. І типова помилка: оптимізувати вартість зміною промпта наосліп. Без цифри до/після ви не знаєте ні ефекту, ні побічної шкоди якості. Спершу зріз по лозі, потім зміна, потім той самий зріз — інакше це не оптимізація, а ритуал.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Третій шматок оживляє консоль. Ендпоінт /cost: сума за сьогодні — прямо з лога, одним запитом. Поруч — budget_usd: у нас це поки константа, і це свідомо. Головна дія відбувається в консолі: плитка «Вартість сьогодні» замість «—» оживає. Одна чесна дрібниця: ендпоінт віддає точне значення — наприклад, нуль цілих дві десятитисячні долара, — а готова консоль округлює до центів. Тож на mock плитка показує нуль доларів нуль центів проти п'яти доларів бюджету, і це очікувано; точне значення перевіряйте через GET /cost. Цифри на mock смішні — механіка бойова: та сама плитка з реальним ключем показуватиме реальні долари, не змінивши жодного рядка. Навіщо бюджет у відповіді, якщо він константа? Бо бюджет — це поріг дії, а не звіт. Цифра витрати без порогу поруч — просто число: незрозуміло, радіти йому чи бити на сполох. Пара «витрачено / ліміт» — це вже стан системи, на який можна вішати реакції — і саме це опційна частина сьогоднішнього уроку.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Сьогоднішній облік — це ще й момент, коли минулий урок окупається на очах. Напишіть боту звичайне питання і ескалацію, потім один SELECT по двох останніх рядках лога: ескалація на mock-strong коштує в рази більше за FAQ на mock-mini — при однаковій довжині розмови. Тепер уявіть, що роутера немає і весь трафік іде на strong: помножте різницю на добовий обсяг — це і є ціна рішення «одна модель на все», тільки тепер вона порахована, а не відчута. Звідси головний висновок тижня: маршрутизація — не «оптимізація потім», а найбільший важіль вартості, який у вас є. Промпт-дієти і кеш — наступний тиждень — економлять відсотки; правильний розподіл трафіку між моделями — рази. І ще один наслідок, вартий фіксації: тепер будь-яку зміну в системі можна оцінювати в грошах. Нова версія промпта стала довшою — зріз по prompt_version покаже, наскільки подорожчав середній запит. Змінили правила роутера — розподіл по моделях і сума за день скажуть, чи виправдано. Облік перетворює суперечки «здається, стало дорого» на порівняння двох SQL-запитів.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опційний блок — і опційна частина ДЗ тижня 2. Цифра і поріг є — можна вішати політику: реакцію на наближення до бюджету. Три робочі варіанти, за зростанням рішучості. Алерт: при вісімдесяти відсотках бюджету писати подію в лог, а на проді — в канал чергового. Це мінімум, який мусить бути завжди: перевитрата не має бути сюрпризом. Деградація: вище порогу routing примусово переводить неескалаційний трафік на дешевшу модель. Якість трохи просідає, сервіс живе, бюджет цілий. Відсікання: не-критичні запити отримують заготовлену відповідь без походу в модель. Найжорсткіший варіант — але чесніший за мовчазне падіння, коли бюджет реально твердий. Зверніть увагу на форму всіх трьох: умова на цифрі з лога — зміна поведінки control plane. Це шаблон, у який далі ляжуть і fallback на тижні 4, і гейт якості на тижні 6. Механізм щоразу новий — форма рішення та сама. Практична дрібниця для реалізації: перевірка порогу — це той самий запит, що і в /cost, тож найпростіше місце для неї — початок /chat, до вибору моделі. Дорого на кожен запит? Тоді фонова перевірка раз на хвилину, яка виставляє прапорець «економний режим», — а роутер лише читає прапорець. Обидва варіанти робочі; головне, щоб рішення про режим і його причина потрапляли в лог.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Послідовність така: прайс у коді сервісу — дві моделі, чотири числа; звичайне питання і ескалація в чаті — роутер з минулого уроку розводить їх по різних моделях; SELECT по свіжих рядках лога — cost_usd заповнений, і в ескалації цифра помітно більша; і нарешті плитка «Вартість сьогодні» в консолі — жива, з бюджетом поруч. Навіщо це все: побачити гроші в момент відповіді, а не в рахунку наприкінці місяця, — і вперше побачити важіль роутингу порахованим, а не відчутим. [Ведучому: демо йде на бранчі w2 еталона; перед записом docker compose down -v і up. Після up дочекайтеся готовності gateway — health-ендпоінт або ~30 секунд: до готовності запити падають тихо, status=0 і нульові токени в лозі. Кирилиця інлайном у curl на Git Bash манглиться навіть після chcp 65001 — питання й ескалацію робіть через чат в UI або тілом з файлу; ASCII-маркери стійкі. Плитка консолі округлює до центів, тож на mock показує $0.00 / $5.00 — точне значення показуйте через GET /cost. Порти 4200/8080/4000/5432 мають бути вільні; шрифт термінала і psql — 14–16pt мінімум.]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Частина перша: завести прайс. Словник цін за тисячу токенів для mock-mini і mock-strong — пропорції як у реальних прайсів: strong помітно дорожча, вихідні дорожчі за вхідні. Частина друга: порахувати і записати. Після відповіді моделі: usage, формула, cost_usd, лог. Перевірити запитом SELECT model, cost_usd FROM requests ORDER BY created_at DESC — у ескалацій цифра помітно більша. Частина третя: оживити GET /cost. Сума за сьогодні з бази плюс бюджет; плитка в консолі показує суму і п'ять доларів бюджету замість «—». Пам'ятайте про округлення: плитка покаже нуль центів, точне значення — через GET /cost. Частина четверта, без коду: проговорити пороги. Що робити при вісімдесяти відсотках бюджету — алерт, деградація чи відсікання? Сформулюйте свій вибір одним реченням і запишіть поруч із fallback-порядком з минулого уроку. І опційна п'ята: реалізувати обрану політику в коді — умова на цифрі з /cost, зміна поведінки роутера або заглушка. Це опційна частина ДЗ тижня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вартість тепер відома в момент відповіді. У кожному новому рядку лога заповнений cost_usd — рахунок провайдера перестав бути єдиним джерелом правди про гроші, і археологія з блока 01 нам більше не загрожує. Друге: важіль роутингу порахований. Ескалація на strong-моделі коштує в рази більше за FAQ на mini — це видно простим SELECT у базі. Минулий урок окупився на очах: розподіл трафіку між моделями — це рази, а не відсотки. Третє: пара «витрачено / ліміт» на плитці — це вже стан системи, а не просто число. На цей стан можна вішати реакції — алерт, деградацію, відсікання, — і саме це опційна частина ДЗ тижня. Разом ці три картинки закривають тиждень «Routing + cost»: система вміє обирати модель за задачею і знає, скільки коштує кожне її рішення.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розійтися — чесна перевірка обов'язкової доріжки, без оцінок. Чотири пункти. Перший: у кожного нового запиту заповнений cost_usd — не null і не прочерк. Другий: ескалація коштує дорожче за FAQ, і це видно в базі простим SELECT — якщо цифри однакові, подивіться, чи роутер справді розводить питання по різних моделях. Третій: плитка вартості в консолі показує число і бюджет, а не «—»; пам'ятайте, що на mock вона покаже нуль центів через округлення — точне значення дає GET /cost. І четвертий, концептуальний: можу пояснити, чому evals треба рахувати теж. Підказка — принцип із блока 01: рахується все, що ходить у модель; judge-виклики — такі самі токени, як бойові. Якщо всі чотири пункти — «так», ДЗ тижня 2 у вас практично готове. Питання, які лишилися, — несіть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способи зіпсувати собі облік вартості — всі перевірені чужими граблями. Дізнаватися вартість із рахунку наприкінці місяця: це не облік, це розтин — діагноз точний, але пацієнта вже не врятувати. Рахувати «в середньому по лікарні»: сума без атрибуції за моделлю і задачею не дає жодного рішення — тільки тривогу. Різниця між «$400 за місяць» і «$310 — ескалації на strong» — це різниця між панікою і планом. Не рахувати judge- і eval-виклики, бо «це ж службове»: службові токени коштують стільки ж, скільки бойові. Виняток з обліку — майбутня стаття витрат, про яку ви дізнаєтесь останнім. І оптимізувати вартість без цифри до/після: скорочення промпта наосліп — це ритуал, а не інженерія. Спершу зріз по лозі, потім зміна, потім той самий зріз.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Сьогодні другий урок тижня — отже, ДЗ тижня 2 здається. Обидва уроки тижня здаються одним PR: маршрутизація з уроку 3 плюс сьогоднішній облік вартості. Критерії приймання коротко: звичайне питання і ескалація дають різні моделі в requests; cost_usd заповнюється ненульовими значеннями; GET /cost повертає today_usd і budget_usd, і плитка в консолі жива. Повні критерії — у файлі ДЗ тижня. Опційно, без оцінювання: budget-політика — при вісімдесяти відсотках бюджету алерт у лог або деградація на дешевшу модель; і третій маршрут — окремий tier для FAQ, ескалацій і «всього іншого». Нагадаю: опційна частина не впливає на прийняття PR — але обидві теми ми сьогодні розібрали настільки, що реалізація займе вечір.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Рахується все, що ходить у модель: бойовий трафік, ретраї, перевірки якості, службові виклики — будь-який виняток з обліку стане статтею витрат, про яку ви дізнаєтесь останнім. Вартість кожного запиту тепер відома в момент відповіді: usage, формула, cost_usd у лозі — і null замість нуля там, де ми чесно не знаємо. Звернення не дорівнює виклику: вартість міряється в одиницях, якими користується бізнес, — аж до ціни вирішеного звернення, яка і є чесним способом порівнювати моделі. Атрибуція важливіша за суму: поля, записані в момент запиту, перетворюють розслідування сплеску на три GROUP BY. І головний висновок тижня: маршрутизація — найбільший важіль вартості, рази проти відсотків, а бюджет поруч із витратою — це поріг дії, на який можна вішати політики. Наступний урок відкриває тиждень 3. Ми навчилися платити менше за той самий трафік — наступний крок радикальніший: найдешевший запит той, якого не було. Кеш: коли можна не ходити в модель узагалі, як міряти ефект через cache-hit ratio і чому кеш без метрики — це віра, а не інженерія. До зустрічі.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Токеноміка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cost attribution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«Скільки коштує наш AI?» — питання, на яке більшість команд відповідає рахунком провайдера наприкінці місяця. Це запізно. Сьогодні система навчиться знати вартість кожного запиту в момент відповіді: прайс, формула, поле cost_usd у лозі і жива плитка «Вартість сьогодні» з бюджетом поруч.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4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завести прайс моделей у сервісі — поруч із Route(), де ухвалюється рішення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вартість кожного запиту з usage і записати cost_usd у лог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показати одним SELECT, що ескалація коштує дорожче за FAQ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оживити GET /cost і плитку «Вартість сьогодні» з бюджетом поруч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розкласти витрати за моделлю, днем і версією промпта одним GROUP BY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пояснити, чому evals і ретраї рахуються теж — і чому звернення ≠ виклик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Рахунок як спосіб дізнатися про катастрофу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— єдине джерело правди; ціна вашої мови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живе в control plane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Розрахунок: три рядки після відповіді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≠ виклик; ціна результату, не токена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Атрибуція важливіша за суму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/cost: бюджет поруч із витратою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× cost: важіль стає видимим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budget-політика при 80%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прайс → розрахунок → атрибуція → бюджет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720840" y="5358384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2" name="Text 39"/>
          <p:cNvSpPr/>
          <p:nvPr/>
        </p:nvSpPr>
        <p:spPr>
          <a:xfrm>
            <a:off x="6720840" y="5358384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298180" y="5358384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4" name="Text 41"/>
          <p:cNvSpPr/>
          <p:nvPr/>
        </p:nvSpPr>
        <p:spPr>
          <a:xfrm>
            <a:off x="8298180" y="5358384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9720072" y="5358384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6" name="Text 43"/>
          <p:cNvSpPr/>
          <p:nvPr/>
        </p:nvSpPr>
        <p:spPr>
          <a:xfrm>
            <a:off x="9720072" y="5358384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Рахунок як спосіб дізнатися про катастрофу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Поки обліку немає, сценарій завжди однаковий: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53949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8745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фіча злітає — всі радіють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17520" y="2423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587752"/>
            <a:ext cx="53949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58775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наприкінці місяця рахунок удесятеро більший за очікуваний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17520" y="3136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00984"/>
            <a:ext cx="5394960" cy="603504"/>
          </a:xfrm>
          <a:prstGeom prst="roundRect">
            <a:avLst>
              <a:gd name="adj" fmla="val 13636"/>
            </a:avLst>
          </a:prstGeom>
          <a:solidFill>
            <a:srgbClr val="F9E9E8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30098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археологія: хто витратив? на чому? коли почалося?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17520" y="38496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014216"/>
            <a:ext cx="5394960" cy="603504"/>
          </a:xfrm>
          <a:prstGeom prst="roundRect">
            <a:avLst>
              <a:gd name="adj" fmla="val 13636"/>
            </a:avLst>
          </a:prstGeom>
          <a:solidFill>
            <a:srgbClr val="F9E9E8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01421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мовчить — ніхто не писав туди грошей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1481328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8232" y="159105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— не константа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28232" y="1901952"/>
            <a:ext cx="5065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залежить від моделі, довжини контексту, поведінки користувачів і навіть від того, як ви склеюєте промпт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63640" y="3108960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F8F0E2"/>
          </a:solidFill>
          <a:ln/>
        </p:spPr>
      </p:sp>
      <p:sp>
        <p:nvSpPr>
          <p:cNvPr id="25" name="Text 22"/>
          <p:cNvSpPr/>
          <p:nvPr/>
        </p:nvSpPr>
        <p:spPr>
          <a:xfrm>
            <a:off x="6428232" y="321868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 якості теж коштує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28232" y="3529584"/>
            <a:ext cx="50657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перевірки на кшталт LLM-as-judge — такі самі токени, як бойові запити; якщо їх не рахувати окремо, звіт сходиться, а гроші — ні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9F3EE"/>
          </a:solidFill>
          <a:ln/>
        </p:spPr>
      </p:sp>
      <p:sp>
        <p:nvSpPr>
          <p:cNvPr id="28" name="Text 25"/>
          <p:cNvSpPr/>
          <p:nvPr/>
        </p:nvSpPr>
        <p:spPr>
          <a:xfrm>
            <a:off x="713232" y="49377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3232" y="5175504"/>
            <a:ext cx="1076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Рахується все, що ходить у модель: бойовий трафік, ретраї, перевірки якості, службові виклики. Будь-який виняток з обліку — це майбутня стаття витрат, про яку ви дізнаєтесь останнім.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— єдине джерело правди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577840" cy="68580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175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"usage"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"prompt_tokens"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184,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"completion_tokens"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46 }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= токени × ціна моделі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окремо вхідні й вихідні: провайдери тарифікують їх по-різному — вихідні зазвичай у кілька разів дорожчі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721608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повертає реалістичний usage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4032504"/>
            <a:ext cx="52486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оцінює токени за довжиною тексту (~4 символи на токен) — механіка тренується без ключа і без витрат; з реальним провайдером зміняться лише цифри у прайсі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46520" y="15544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CEBFB"/>
          </a:solidFill>
          <a:ln/>
        </p:spPr>
      </p:sp>
      <p:sp>
        <p:nvSpPr>
          <p:cNvPr id="16" name="Text 13"/>
          <p:cNvSpPr/>
          <p:nvPr/>
        </p:nvSpPr>
        <p:spPr>
          <a:xfrm>
            <a:off x="6611112" y="166420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prompt_tokens зазвичай домінують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11112" y="1975104"/>
            <a:ext cx="48828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системний промпт їде в кожному запиті; у багатоходовому діалозі кожен хід везе всю історію — десятий хід може коштувати вдесятеро дорожче за перший. SupportGW поки одноходовий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6611112" y="352044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В МОМЕНТ ЗАПИТУ, А НЕ З РАХУНКУ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11112" y="3758184"/>
            <a:ext cx="48828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Рахунок провайдера — агрегат: сума за місяць по ключу. З нього не відповісти на жодне операційне питання: яка фіча дорога, яка модель відпрацювала даремно, коли почався сплеск. Облік на рівні запиту дає ті самі гроші — але з роздільною здатністю, на якій можливі рішення.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257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парсить ці два числа з першого дня — подивіться в /chat: вони вже їдуть у лог.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коштує ваша мова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Українською той самий зміст обходиться дорожче.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Кирилиця скромніше представлена у словниках токенізаторів — слово часто розпадається на кілька частин. Порядок різниці виміряйте самі: десяток типових запитів → prompt_tokens у лозі.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рішення, які ухвалюють один раз — і живуть з ними роками: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3218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системного промпта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3529584"/>
            <a:ext cx="3328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 їде в кожному запиті — його довжина множиться на весь трафік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3108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3218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історії тягнути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3529584"/>
            <a:ext cx="3328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оплачується повторно на кожному кроці; українською вікно закінчується швидше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3108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3218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тримати довгі інструкції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3529584"/>
            <a:ext cx="3328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стабільні інструкції та приклади — на початок промпта, щоб їх підхопив кеш префікса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9E9E8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9834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522122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Економити на промпті замість економити на моделі й повторах. «Скоротимо системний промпт на 30%» — економія в межах вхідних токенів, найдешевшої з трьох ставок. Перевести просте питання на дешеву модель (урок 3) чи не питати вдруге те саме (урок 5) — різниця в разах, а не у відсотках. Оптимізуйте в порядку зменшення важеля, а не простоти.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живе в control plane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6035040" cy="2194560"/>
          </a:xfrm>
          <a:prstGeom prst="roundRect">
            <a:avLst>
              <a:gd name="adj" fmla="val 5000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6327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[W2] прайс за 1k токенів (in, out) — навчальні числа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prices = new Dictionary&lt;string,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(decimal In, decimal Out)&gt;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["mock-mini"]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(0.00015m, 0.0006m),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["mock-strong"]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(0.0025m,  0.01m),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15544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12" name="Text 9"/>
          <p:cNvSpPr/>
          <p:nvPr/>
        </p:nvSpPr>
        <p:spPr>
          <a:xfrm>
            <a:off x="7068312" y="16642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×16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68312" y="1975104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дорожча за mini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45168" y="15544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15" name="Text 12"/>
          <p:cNvSpPr/>
          <p:nvPr/>
        </p:nvSpPr>
        <p:spPr>
          <a:xfrm>
            <a:off x="9509760" y="16642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509760" y="1975104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вихідні дорожчі за вхідні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903720" y="2926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Пропорції, а не абсолютні цифри, визначають рішення — тому routing з уроку 3 і є головним важелем економії.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08736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поруч із Route()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13232" y="4398264"/>
            <a:ext cx="51114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лежить поруч із точкою рішення. Ціна моделі — вхідний параметр маршрутизації, а не бухгалтерська довідка: змінюється прайс — переглядається політика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99632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4224" y="408736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рахує сервіс, а не адаптер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64224" y="4398264"/>
            <a:ext cx="51114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 знає ціну виклику, але не знає, чий це виклик. Вартість — частина лог-рядка: джерело правди про гроші живе поруч із рештою правди — у вашому лозі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— живі дані, і цін уже не дві, а три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Застарілі ціни — систематична помилка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065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разовий баг, а викривлення всіх звітів одразу. Прайс — живі дані з власником і датою, а не константа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4015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Кешовані вхідні токени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712464"/>
            <a:ext cx="5065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кешує префікс промпта: незмінна частина (системний промпт, схеми інструментів) на повторних викликах — у рази дешевша. У чесному прайсі три ціни: вхідні · кешовані вхідні · вихідні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CEBFB"/>
          </a:solidFill>
          <a:ln/>
        </p:spPr>
      </p:sp>
      <p:sp>
        <p:nvSpPr>
          <p:cNvPr id="16" name="Text 13"/>
          <p:cNvSpPr/>
          <p:nvPr/>
        </p:nvSpPr>
        <p:spPr>
          <a:xfrm>
            <a:off x="6428232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ПЛУТАТИ З КЕШЕМ ВІДПОВІДЕЙ (W3)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28232" y="1883664"/>
            <a:ext cx="506577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відповідей прибирає виклик моделі цілком; кеш префікса — здешевлює виклик зсередини. Вони не конкурують, а складаються.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5204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8F0E2"/>
          </a:solidFill>
          <a:ln/>
        </p:spPr>
      </p:sp>
      <p:sp>
        <p:nvSpPr>
          <p:cNvPr id="19" name="Text 16"/>
          <p:cNvSpPr/>
          <p:nvPr/>
        </p:nvSpPr>
        <p:spPr>
          <a:xfrm>
            <a:off x="6428232" y="36118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28232" y="3849624"/>
            <a:ext cx="50657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на місяць звіряйте суму зі свого лога з рахунком провайдера. Розбіжність понад кілька відсотків — діра в обліку: неврахований сервіс, службові виклики повз лог або застарілий прайс. Дешева звичка, яка ловить дорогі сюрпризи.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0749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систем із довгим системним промптом кеш префікса — помітна стаття економії.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Розрахунок: три рядки після відповіді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6035040" cy="1965960"/>
          </a:xfrm>
          <a:prstGeom prst="roundRect">
            <a:avLst>
              <a:gd name="adj" fmla="val 5581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63270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[W2] cost: tokens * ціна моделі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decimal? costUsd = prices.TryGetValue(model, out var pr)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Math.Round(promptTokens / 1000m * pr.In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completionTokens / 1000m * pr.Out, 6)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null;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03720" y="1554480"/>
            <a:ext cx="4736592" cy="1965960"/>
          </a:xfrm>
          <a:prstGeom prst="roundRect">
            <a:avLst>
              <a:gd name="adj" fmla="val 4651"/>
            </a:avLst>
          </a:prstGeom>
          <a:solidFill>
            <a:srgbClr val="F8F0E2"/>
          </a:solidFill>
          <a:ln/>
        </p:spPr>
      </p:sp>
      <p:sp>
        <p:nvSpPr>
          <p:cNvPr id="12" name="Text 9"/>
          <p:cNvSpPr/>
          <p:nvPr/>
        </p:nvSpPr>
        <p:spPr>
          <a:xfrm>
            <a:off x="7068312" y="1664208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null, а не нуль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68312" y="1975104"/>
            <a:ext cx="4407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 — брехня («запит був безкоштовний»); null — чесне «не знаємо», яке легко знайти запитом і полагодити прайс. Єдиний чесний нуль — кеш-хіт (урок 5)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904488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Округлення до 6 знаків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" y="4215384"/>
            <a:ext cx="5705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збігається з типом колонки NUMERIC(10,6). На mock неважливо; на мільйонах реальних запитів неузгоджене округлення дає розбіжності, які шукають тижнями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03720" y="3794760"/>
            <a:ext cx="473659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8" name="Text 15"/>
          <p:cNvSpPr/>
          <p:nvPr/>
        </p:nvSpPr>
        <p:spPr>
          <a:xfrm>
            <a:off x="7086600" y="39319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costUsd → LogRequest
</a:t>
            </a:r>
            <a:pPr indent="0" marL="0">
              <a:buNone/>
            </a:pPr>
            <a:r>
              <a:rPr lang="en-US" sz="11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поле, порожнє з уроку 1, закрите. Кожен рядок лога відповідає: «скільки коштував цей запит»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запит користувача — це не один виклик моделі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70662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23774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429 чи таймаута (урок 7) — токени за невдалу спробу теж порахують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92424" y="1554480"/>
            <a:ext cx="270662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57016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57016" y="1975104"/>
            <a:ext cx="23774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інша модель (урок 7) — і інший прайс: резерв часто дорожчий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36208" y="1554480"/>
            <a:ext cx="270662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Tool-цикл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1975104"/>
            <a:ext cx="23774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 → результат назад у модель (урок 6): два виклики одразу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79992" y="1554480"/>
            <a:ext cx="270662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44584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Класифікатор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44584" y="1975104"/>
            <a:ext cx="23774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(урок 8) чи маршрут (урок 3) — ще виклик, якщо модельний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3429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питання = до 4 викликів = 4 рядки в лозі. </a:t>
            </a:r>
            <a:pPr indent="0" marL="0">
              <a:buNone/>
            </a:pPr>
            <a:r>
              <a:rPr lang="en-US" sz="13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по рядках рахує вартість виклику, а не звернення — помилка в рази, у бік «у нас усе дешево».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E9F3EE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41605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ПРИНЦИП: КЛЮЧ ЗВЕРНЕННЯ ≠ КЛЮЧ ВИКЛИКУ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3232" y="4398264"/>
            <a:ext cx="107624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вимірюється в одиниці, якою користується бізнес: одне звернення. Поки виклик один —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як первинного ключа достатньо. З появою другого виклику: окремий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первинний ключ,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колонка з індексом, і вартість звернення =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SUM(cost_usd) GROUP BY request_id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</a:t>
            </a:r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коштує результат, а не токен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Керівництву байдужа ціна токена.
</a:t>
            </a:r>
            <a:pPr indent="0" marL="0">
              <a:buNone/>
            </a:pPr>
            <a:r>
              <a:rPr lang="en-US" sz="14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Зрозуміла — ціна вирішеного звернення: скільки коштує закрити запит користувача без людини.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5584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Рахується елементарно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3666744"/>
            <a:ext cx="5157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облік по request_id + будь-яка ознака результату (ескалація сталася чи ні) — і цифра готова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80060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ECEBFB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«Фіча обробляє N звернень на тиждень по X центів за звернення — проти Y хвилин оператора».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5285232" cy="2377440"/>
          </a:xfrm>
          <a:prstGeom prst="roundRect">
            <a:avLst>
              <a:gd name="adj" fmla="val 3846"/>
            </a:avLst>
          </a:prstGeom>
          <a:solidFill>
            <a:srgbClr val="F8F0E2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1709928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чесно порівняти дешеву модель із сильною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19672" y="2020824"/>
            <a:ext cx="495604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дешева модель, яка вдвічі частіше ескалює на людину, не економить нічого: ви зменшили ціну виклику — і збільшили ціну результату. Порівнювати прайси безглуздо; порівнюйте вартість вирішеного звернення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355080" y="420624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KPI-мови повернемось на останньому уроці — </a:t>
            </a:r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лічильники для неї закладаються тут.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Атрибуція важливіша за суму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«$400 цього місяця» — тривога без дії.  </a:t>
            </a:r>
            <a:pPr indent="0" marL="0">
              <a:buNone/>
            </a:pPr>
            <a:r>
              <a:rPr lang="en-US" sz="135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«$310 — ескалації на strong, третина могла піти на mini» — рішення з порахованим ефектом.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5806440" cy="2103120"/>
          </a:xfrm>
          <a:prstGeom prst="roundRect">
            <a:avLst>
              <a:gd name="adj" fmla="val 5217"/>
            </a:avLst>
          </a:prstGeom>
          <a:solidFill>
            <a:srgbClr val="14161C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368296"/>
            <a:ext cx="54041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за моделлю: чи дороге дістається тільки складному?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count(*), SUM(cost_usd)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requests GROUP BY model;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за днем: тренд і сплески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created_at::date, SUM(cost_usd)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requests GROUP BY 1 ORDER BY 1;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Дорослі розрізи (per-team, per-feature, per-tenant) — додаткові колонки в тому самому рядку. Записали в момент запиту — будь-який зріз коштує один GROUP BY; не записали — не реконструюєте.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7512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Розслідування сплеску — три запити: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26517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0" y="2606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за днем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коли почалося? — у вівторок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75120" y="33101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32644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за моделлю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трафік не змінився — не роутер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396849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32320" y="39227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за prompt_version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нова версія вдвічі довша — ось і сплеск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75120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хвилин — проти тижнів археології. Різниця: поля записані в момент запиту.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9E9E8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54406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3232" y="5678424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Оптимізувати вартість зміною промпта наосліп. Спершу зріз по лозі, потім зміна, потім той самий зріз — інакше це не оптимізація, а ритуал.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/cost: бюджет поруч із витратою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6126480" cy="2286000"/>
          </a:xfrm>
          <a:prstGeom prst="roundRect">
            <a:avLst>
              <a:gd name="adj" fmla="val 4800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7241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app.MapGet(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"/cost"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() =&gt;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SELECT COALESCE(SUM(cost_usd), 0) FROM requests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WHERE created_at::date = CURRENT_DATE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Results.Json(new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today_usd = Math.Round(today, 4),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budget_usd = 5.0 });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95160" y="1554480"/>
            <a:ext cx="464515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1737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ВАРТІСТЬ СЬОГОДНІ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23760" y="2011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pPr indent="0" marL="0">
              <a:buNone/>
            </a:pPr>
            <a:r>
              <a:rPr lang="en-US" sz="16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$5.00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223760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плитка була «—» з уроку 1 — тепер жива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95160" y="3291840"/>
            <a:ext cx="4645152" cy="1828800"/>
          </a:xfrm>
          <a:prstGeom prst="roundRect">
            <a:avLst>
              <a:gd name="adj" fmla="val 5000"/>
            </a:avLst>
          </a:prstGeom>
          <a:solidFill>
            <a:srgbClr val="ECEBFB"/>
          </a:solidFill>
          <a:ln/>
        </p:spPr>
      </p:sp>
      <p:sp>
        <p:nvSpPr>
          <p:cNvPr id="16" name="Text 13"/>
          <p:cNvSpPr/>
          <p:nvPr/>
        </p:nvSpPr>
        <p:spPr>
          <a:xfrm>
            <a:off x="7159752" y="3383280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ОКРУГЛЮЄ ДО ЦЕНТІВ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59752" y="3621024"/>
            <a:ext cx="43159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/cost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віддає точне значення (напр. </a:t>
            </a:r>
            <a:pPr indent="0" marL="0">
              <a:buNone/>
            </a:pPr>
            <a:r>
              <a:rPr lang="en-US" sz="105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{"today_usd":0.0002}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плитка ж покаже $0.00 / $5.00 — на mock це очікувано. Цифри смішні — механіка бойова.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6126480" cy="1508760"/>
          </a:xfrm>
          <a:prstGeom prst="roundRect">
            <a:avLst>
              <a:gd name="adj" fmla="val 6061"/>
            </a:avLst>
          </a:prstGeom>
          <a:solidFill>
            <a:srgbClr val="E9F3EE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206240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БЮДЖЕТ — ПОРІГ ДІЇ, А НЕ ЗВІТ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4443984"/>
            <a:ext cx="57972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Цифра витрати без порогу — просто число: радіти чи бити на сполох? Пара «витрачено / ліміт» — стан системи, на який можна вішати реакції. Це опційна частина уроку.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× cost: важіль стає видимим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cost_usd FROM requests ORDER BY created_at DESC LIMIT 2;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Ескалація на mock-strong — у рази дорожча за FAQ на mock-mini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при однаковій довжині розмови.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12724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рішення «одна модель на все»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438144"/>
            <a:ext cx="5065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приберіть роутер — весь трафік на strong. Помножте різницю на добовий обсяг: тепер вона порахована, а не відчута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30175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312724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Будь-яка зміна — у грошах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28232" y="3438144"/>
            <a:ext cx="5065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довша версія промпта → зріз по prompt_version; нові правила роутера → розподіл по моделях і сума за день. «Здається, дорого» → два SQL-запити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7091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висновок тижня: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маршрутизація — не «оптимізація потім», а найбільший важіль вартості. Промпт-дієти і кеш економлять відсотки; правильний розподіл трафіку між моделями — рази.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Budget-політика: що робити при 80%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81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варіанти, за зростанням рішучості: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18745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19842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Алерт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2295144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80% бюджету — подія в лог (на проді — канал чергового). Мінімум, який мусить бути завжди: перевитрата не має бути сюрпризом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18745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8F0E2"/>
          </a:solidFill>
          <a:ln/>
        </p:spPr>
      </p:sp>
      <p:sp>
        <p:nvSpPr>
          <p:cNvPr id="16" name="Text 13"/>
          <p:cNvSpPr/>
          <p:nvPr/>
        </p:nvSpPr>
        <p:spPr>
          <a:xfrm>
            <a:off x="4507992" y="19842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Деградація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07992" y="2295144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вище порогу routing примусово переводить неескалаційний трафік на дешевшу модель. Якість трохи просідає, сервіс живе, бюджет цілий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18745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9E9E8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19842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Відсікання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02752" y="2295144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не-критичні запити отримують заготовлену відповідь без походу в модель. Найжорсткіше; чесніше за мовчазне падіння, коли бюджет твердий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2519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ВАЖЛИВІША ЗА МЕХАНІЗМ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4489704"/>
            <a:ext cx="107624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умова на цифрі з лога → зміна поведінки control plane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шаблон, у який далі ляжуть і fallback (W4), і гейт якості (W6). Механізм щоразу новий — форма рішення та сама.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" y="1554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у коді сервісу: mock-mini і mock-strong, чотири числа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3134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8992" y="22677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звичайне питання та ескалація в чаті — роутер розводить їх по моделях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0266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" y="29809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model, cost_usd … — у ескалації цифра помітно більша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7398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78992" y="36941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плитка «Вартість сьогодні» жива: $… / $5.00 замість «—»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663440"/>
            <a:ext cx="6858000" cy="64008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791456"/>
            <a:ext cx="6455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cost_usd FROM requests ORDER BY created_at DESC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18120" y="1600200"/>
            <a:ext cx="3822192" cy="2377440"/>
          </a:xfrm>
          <a:prstGeom prst="roundRect">
            <a:avLst>
              <a:gd name="adj" fmla="val 3846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7982712" y="169164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982712" y="1929384"/>
            <a:ext cx="349300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 гроші в момент відповіді, а не в рахунку наприкінці місяця. І вперше побачити важіль роутингу порахованим у доларах — а не відчутим.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18120" y="4160520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плитка з реальним ключем показуватиме реальні долари — не змінивши жодного рядка.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чотири частини + опційна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9961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Завести прайс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цін за 1k токенів для mock-mini і mock-strong; пропорції як у реальних прайсів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3957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і записати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→ формула → cost_usd → лог; SELECT model, cost_usd … — у ескалацій цифра більша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3649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291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Оживити GET /cost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 за сьогодні з БД + бюджет; плитка показує $… / $5.00 замість «—»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2611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18795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Проговорити пороги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робити при 80%: алерт, деградація, відсікання? одне речення — поруч із fallback-порядком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572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508406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політику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на цифрі з /cost → зміна роутера або заглушка; опційна частина ДЗ тижня 2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9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відома одразу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cost_usd у кожному новому рядку лога — рахунок наприкінці місяця більше не єдине джерело правди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Важіль роутингу порахований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ескалація на strong у рази дорожча за FAQ на mini — видно одним SELECT; розподіл трафіку = рази, не відсотки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CEBFB"/>
          </a:solidFill>
          <a:ln/>
        </p:spPr>
      </p:sp>
      <p:sp>
        <p:nvSpPr>
          <p:cNvPr id="14" name="Text 11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поруч із витратою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«витрачено / ліміт» — стан системи, на який можна вішати реакції: алерт, деградація, відсікання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2452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«Routing + cost» закритий.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вміє обирати модель за задачею — і знає, скільки коштує кожне її рішення. Обидві частини здаються одним PR: це і є ДЗ тижня 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кожного нового запиту заповнений cost_usd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ескалація коштує дорожче за FAQ — і це видно в БД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плитка вартості показує число і бюджет, а не «—»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пояснити, чому evals треба рахувати теж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28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55448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Дізнаватися вартість із рахунку наприкінці місяця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це не облік, це розтин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15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45059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Рахувати «в середньому по лікарні»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сума без атрибуції за моделлю і задачею не дає жодного рішення — тільки тривогу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34670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рахувати judge- і eval-виклики («це ж службове»)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службові токени коштують стільки ж, скільки бойові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07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242816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Оптимізувати вартість без цифри до/після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скорочення промпта наосліп — це ритуал, а не інженерія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7007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Обов'язково · ДЗ тижня 2: routing + cost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уроки тижня здаються одним PR: маршрутизація з уроку 3 плюс сьогоднішній облік вартості.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звичайне питання і ескалація дають різні моделі в requests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0449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cost_usd заповнюється ненульовими значеннями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3467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/cost повертає { today_usd, budget_usd } і плитка в консолі жива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37033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 критерії — у файлі ДЗ.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440740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 (не оцінюється)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budget-політика: при 80% бюджету — алерт у лог або деградація на дешевшу модель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7240" y="53035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третій маршрут — окремий tier для FAQ, ескалацій і «всього іншого»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рахується все, що ходить у модель: бойовий трафік, ретраї, evals, службові виклики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→ формула → cost_usd: вартість кожного запиту відома в момент відповіді; null ≠ нуль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≠ виклик: вартість міряється в одиницях бізнесу — аж до ціни вирішеного звернення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атрибуція важливіша за суму: поля, записані в момент запиту, — будь-який зріз одним GROUP BY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найбільший важіль вартості: рази, а не відсотки; бюджет поруч із витратою — поріг дії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Урок 5 · Кешування: точний кеш, метрика і semantic cache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навчилися платити менше за той самий трафік. Наступний крок радикальніший: найдешевший запит — той, якого не було. Тиждень 3 починаємо з кешу: коли можна не ходити в модель узагалі, як міряти ефект через cache-hit ratio — і чому кеш без метрики це віра, а не інженерія.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4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4 · Токеноміка і cost attribution</dc:title>
  <dc:subject>PptxGenJS Presentation</dc:subject>
  <dc:creator>LLMOps Bootcamp</dc:creator>
  <cp:lastModifiedBy>LLMOps Bootcamp</cp:lastModifiedBy>
  <cp:revision>1</cp:revision>
  <dcterms:created xsi:type="dcterms:W3CDTF">2026-08-08T17:08:19Z</dcterms:created>
  <dcterms:modified xsi:type="dcterms:W3CDTF">2026-08-08T17:08:19Z</dcterms:modified>
</cp:coreProperties>
</file>