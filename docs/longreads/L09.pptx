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дев'ятому уроці — починаємо п'ятий тиждень, «Observability + evals». За чотири тижні ви збудували роутер, облік вартості, кеш, fallback і безпеку — і кожен із цих механізмів продукує цифри. Сьогодні ці цифри вперше збираються в одному місці й стають тим, на що дивиться оператор: консоль оживає повністю. Але головна тема уроку не плитки. Головна тема — інциденти, які не дають жодної помилки: якість просіла — 200, вартість виросла втричі — 200, трафік поповз на слабшу модель — 200. Uptime зелений, користувачі нещасні. Розберемо, чому один лог-рядок з першого уроку виявляється трейсом, метрикою і аудитом одночасно; чому алерти ставлять на p95, а не на середнє; що таке SLO і бюджет помилок; і зіграємо в детектива — інцидент, який видно тільки в метриках. Курс переходить від «будуємо механізми» до «керуємо системою».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уроку — конкретними діями. Після сьогоднішнього заняття ви зможете: порахувати count, p95 і error rate одним SQL-запитом по власному логу — жодної магії, штатна функція Postgres; оживити GET /observability і GET /providers так, щоб усі шість плиток консолі показували числа; пояснити, чому алерти і SLO ставлять на перцентилі, а не на середнє, — і чому перцентилі не можна усереднювати; відтворити тихий інцидент — fallback і error rate ростуть, а користувач не бачить жодного 500; сформулювати SLO для своєї системи і порахувати тижневий бюджет помилок; і назвати, що саме додати в лог, коли завтра спитають «а покажи по тенантах» — нову колонку, а не нову систему. Кожен пункт ви перевірите руками — у лабораторній або в ДЗ тижня.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такий. Перша третина — проблема і фундамент: тихі інциденти й чотири виміри спостережуваності; лог-рядок з уроку 1, який виявляється трейсом, метрикою і аудитом одночасно; і чому p95, а не середнє. Друга третина — розтин сьогоднішньої роботи: SQL-агрегати і ендпоінт /observability з двома джерелами, /providers і шість плиток консолі, тренд проти снапшота. Далі — операційна рамка: SLI, SLO і бюджет помилок, дисципліна алертів; опційний блок про таксономію помилок; трейси і спани на виріст — разом із тим, чого в лозі бути не має. І архітектурне питання: чому спостережуваність у нас — розділ у продукті, а не окремий індустріальний стек. Потім лабораторна на п'ять кроків — від psql до «детектива», антипатерни тижня і домашнє завдання. [Ведучому: блоки 01–03 — без коду; на блоці 03 корисно проговорити приклад з дев'ятьма швидкими запитами вголос, цифри тримають увагу краще за означення.]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Класичний моніторинг відповідає на питання «сервіс живий?». Для LLM-системи це питання майже нічого не варте: сервіс може бути живий на всі сто — і при цьому відповідати гірше, коштувати дорожче і дедалі частіше падати у fallback. Жоден health-check цього не покаже. Найнеприємніші інциденти LLM-систем — тихі. Вони не дають 5xx. Якість просіла після зміни промпта — 200. Вартість виросла втричі, бо хтось зламав ключ кешу, — 200. Трафік поповз на слабшу модель через fallback — 200, 200, 200. Той голосовий агент з уроку 7, що замовкав посеред розмови, теж був «зеленим» за всіма стандартними метриками — його знайшли по слідах у поведінці, а не по алерту. Звідси головна теза уроку: спостережуваність LLM-системи — це чотири виміри разом. Доступність і latency знайомі кожному, хто працював з веб-сервісами. Вартість і якість — те, чим LLMOps відрізняється від просто Ops. Дивитися тільки на перші два — значить моніторити чужу половину системи. І навіщо цей шар саме зараз: усі механізми чотирьох тижнів продукують цифри — роутер розподіл, облік вартість, кеш hit ratio, fallback лічильник переходів. Сьогодні вони збираються в одному місці. Курс переходить від «будуємо механізми» до «керуємо системою».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Пам'ятаєте обіцянку з уроку 1 — «лог з'являється першим, усе інше — надбудови над ним»? Сьогодні день розплати, у хорошому сенсі. Таблиця requests, яку ви ведете з першої лаби, виявляється одночасно трьома речами. Трейсом: по request_id відновлюється шлях конкретного запиту — яка модель, яка версія промпта, скільки тривало. Метрикою: p95 — це перцентиль по latency_ms, error rate — частка не-200, вартість дня — сума cost_usd. І аудитом: хто, коли, якою версією, з яким результатом. Ніякої магії, ніякого окремого «стека спостережуваності» для ядра: SQL по таблиці, яку ви й так пишете. Уявіть на секунду, що на першому тижні ми полінувалися: сьогодні довелося б спершу два тижні збирати дані, перш ніж побачити першу цифру. Лог, закладений заздалегідь, — це різниця між «подивімось» і «почекаймо місяць».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 «лог — джерело всього» випливає відповідь на питання «як розширювати спостережуваність». Не новою системою — новою колонкою. Захочете зрізи по тенантах — додайте tenant_id у лог-рядок у момент запиту; по фічах — feature; по операторах approvals — хто підтвердив. Кожна колонка, записана в момент події, — це майбутній GROUP BY, який коштує нуль. А колонка, про яку згадали через місяць, — це місяць даних, яких уже не буде. Єдине застереження — кардинальність зрізів. Зріз корисний, коли груп у ньому можна охопити оком: моделі — одиниці, версії промпта — десятки, тенанти — сотні, і це вже на межі. GROUP BY по унікальному ідентифікатору користувача дасть мільйон рядків, у яких не видно нічого. Правило: записуйте в лог детально — конкретний user_id потрібен для трейсів і аудиту, — а агрегуйте по вимірах з осяжною кількістю значень. Колонка і зріз — різні рішення: перше про можливість, друге про читабельність.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метрика заслуговує окремої зупинки. Середня latency — цифра, що бреше в очі: дев'ять запитів по 300 мілісекунд і один на 8 секунд дають середнє близько 1.1 секунди — «прийнятно». А тепер згадайте, хто з цих десяти користувачів напише в підтримку. Правильно — десятий. І його досвід у середньому розчинився. Перцентилі дивляться на розподіл з боку найневдаліших запитів: p95 — це «95 відсотків запитів швидші за цю цифру», чесна межа того, що бачить помітна частина користувачів; p99 — те саме для найгіршого відсотка. Для LLM-систем це особливо важливо: latency генерації нестабільна за природою — довжина відповіді, черги провайдера, ретраї, — розподіл має довгий хвіст, і саме у хвості живуть скарги. Типова помилка — алерт на середню latency: вона згладить і сплеск таймаутів, і деградацію провайдера; ви дізнаєтесь про проблему зі скарг, а алерт так і не спрацює. І математична пастка: перцентилі не можна усереднювати. «Середнє з p95 за кожну годину» — це не p95 за день. Поки лог зберігає кожен запит, будь-який перцентиль за будь-яке вікно — один чесний запит до бази. Згадка на виріст: щойно з'явиться streaming, до p95 повної відповіді додасться time-to-first-token — наш latency_ms цієї різниці не бачить; детальніше в блоці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Серце сьогоднішньої роботи — один SQL-запит і один ендпоінт. Спершу агрегати з бази: count, percentile_cont нуль-дев'яносто-п'ять по latency_ms і частка не-200 — три цифри одним проходом. percentile_cont — штатна функція Postgres; ваша «система моніторингу» — це буквально один рядок SQL. COALESCE тут не косметика: на порожній таблиці агрегати повертають NULL, читання в типізовану змінну падає — і свіжий стек після down -v віддає 500 ще до першого запиту. Далі ендпоінт збирає гібрид, і зверніть увагу на два джерела. Requests, p95 і error rate — з бази: переживають рестарт, історичні. Cache-hit і fallback — з лічильників у пам'яті: швидкі, але обнуляються з рестартом. А «рестарт» у робочому циклі трапляється частіше, ніж здається: кожен docker compose up --build -d service — тобто кожна правка коду — обнуляє лічильники. Після ребілду плитки покажуть requests з БД і нульові cache-hit/fallback — це не баг, а ціна компромісу. Хто хоче стежити за цими цифрами в часі — переселяє їх у базу, і тоді звірка вітрини з джерелом працює для всіх плиток. Питання на подумати: які з цих цифр ви б переселили першими і чому? Підказка: ті, за якими захочеться дивитися тренд, — блок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/providers додає останній шматок — статус провайдерів. На mock у штатному режимі він «ok», але форма бойова: плитка не має права зеленіти посеред інциденту, тому статус, прибитий цвяхом до «ok», — не спрощення, а брехня рівно в той момент, коли на плитку дивляться. Джерело сигналу для core-доріжки у вас уже є: лічильник збоїв fallback-ланцюга з тижня 4. N поспіль збоїв темнять статус до «degraded», перший успішний виклик повертає «ok». Саме це — обов'язкова частина ДЗ тижня 5. Хто зробив опційний circuit breaker — бере готовий стан breaker'а як джерело, так робить еталон: статус темніє, щойно breaker відкритий. І стик механізмів, який варто знати: breaker оновлюється лише на реальних викликах, а cache-hit у ланцюг не заходить. Тому після інциденту плитка може показувати «down» як завгодно довго, поки трафік обслуговується з кешу. «Відпустило чи ні» перевіряйте питанням, якого немає в кеші. Тільки тримайте в голові урок, здобутий на реальній платформі: проба «чи живий процес» і проба «чи здорові залежності» — різні ендпоінти з різними споживачами. Нам довелося заводити окремий полегшений probe, який свідомо оминає діагностику залежностей: health-check, що тягне зовнішні перевірки, оголошує сервіс «мертвим» щоразу, коли чхнула чужа система, — і оркестратор рестартить цілком здоровий процес. Живість — про процес; здоров'я залежностей — про діагностику. [Ведучому: після одужання провайдера плитка може ще ~30 с показувати degraded, поки не спливе breaker резервного елемента ланцюга, — це гранулярність breaker'ів, не баг; для кадру «зазеленіла» зачекати пів хвилини або зняти другим дублем.]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 консоль оживає повністю. Пройдімося по плитках так, як ми проєктували кожен механізм, — від питання. Requests today: яке навантаження зараз? Count по лозі. Вартість сьогодні: скільки палимо і чи в бюджеті? Сума cost_usd — механізм з уроку 4. P95 latency: що бачать найневдаліші користувачі? Перцентиль по лозі. Error rate: яка частка запитів ламається? Частка не-200. Cache-hit: чи окупається кеш? Лічильники з уроку 5. І fallback: чи живемо ми на плані Б? Лічильник з уроку 7. Зверніть увагу: кожна плитка — це механізм, який ви вже збудували, просто тепер його цифра стоїть перед очима оператора. І принцип, який відрізняє робочий дашборд від прикраси: кожен елемент має відповідати на конкретне операційне питання. Тест простий — сформулюйте питання вголос; не формулюється — плитку геть. Дашборд, який «просто показує все», не читає ніхто. У лабі я попрошу вас пройти по кожній плитці й проговорити її питання своїми словами — це і є третій пункт сьогоднішнього ДЗ.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Цифра на плитці — це стан на зараз. Але тихі інциденти видають себе не станом, а рухом. Fallback_events дорівнює одиниці — подія, буває. Fallback росте щогодини — інцидент, що повзе: основна модель деградує, і ви поки що цього «не бачите», бо відповіді йдуть. Cache-hit повільно падає тиждень — хтось зламав ключ кешу правкою, або змінився профіль трафіку; обидва варіанти варті розслідування. Розподіл моделей поїхав у бік strong — або ескалацій справді більше, або роутер зламаний, і бюджет згорає вдвічі швидше. Саме тому питання з блока 04 — «що переселити з пам'яті в базу» — має відповідь: усе, за чим хочеться стежити в часі. Снапшот показує, що зараз; тренд показує, куди воно йде — а реагувати треба на «куди». Від тренду один крок до алерту, і в правильного алерту чотири обов'язкові частини: метрика, поріг, тривалість, адресат. Тривалість пропускають найчастіше: алерт на миттєве значення блимає на кожному сплеску, черговий звикає закривати його не читаючи — і пропускає справжній. Поріг каже «це погано», тривалість каже «це не випадковість». У нашому контурі алертів ще немає — але формула знадобиться вже наступного тижня, коли писатимете rollback-критерії: у них та сама анатомія. І для тренду не потрібен окремий інструмент — той самий лог із групуванням по днях: один запит, і у вас тижнева динаміка навантаження, грошей і помилок.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Плитки показують числа, але число саме по собі не каже, чи все гаразд: p95 1800 мілісекунд — це добре чи погано? Error rate 2% — привід прокинутися чи звичайний вівторок? Поки немає домовленості, кожен інцидент починається зі спору «а чи це взагалі інцидент». Термінологія проста і варта точності. SLI — показник, який ви міряєте: частка успішних відповідей, p95 latency. SLO — цільове значення, про яке ви домовилися: «99% звернень обслуговуються успішно», «p95 не перевищує 3 секунд». Ключове слово — домовилися: SLO не виводиться з техніки, він приходить із того, що потрібно користувачу і що ви готові обіцяти. І найкорисніша конструкція операційної практики — бюджет помилок. Якщо SLO 99%, то один відсоток невдач вам дозволено. Це не сором, а ресурс: за тиждень із 10 000 звернень бюджет — 100 невдач. Поки не витратили — можна котити зміни й ризикувати; витратили за три дні — решту тижня займаєтеся стабільністю. Замість вічної суперечки «швидко чи надійно» з'являється число, яке її закриває. SLO має бути на те, що відчуває користувач: «uptime 99.9%» — марна обіцянка, сервіс може бути живий і роздавати заглушки. Робочий SLI — «частка звернень зі змістовною відповіддю», і чесно визнаймо: ваш лог поки що цього не порахує — заглушка graceful degradation пише той самий 503, що й реальний збій. Потрібна ще одна колонка — ознака деградації; вона ж робить чесним error rate під інцидентом. Рівно той випадок «новий зріз = нова колонка». Обов'язкова доріжка тижня — ендпоінти й живі плитки; сформулювати один SLO і порахувати тижневий бюджет — окремий пункт опційної частини ДЗ тижня 5, хвилин п'ятнадцять. На останньому уроці ця цифра стане аргументом у KPI-розмові.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без алертів — це графіки, у які ніхто не дивиться в потрібний момент. Алерти без дисципліни — гірше: команда вчиться їх ігнорувати, і тоді не працює вся система спостережуваності. Три правила, які тримають це в порядку. Перше: алерт на симптом, а не на причину. «Частка успішних відповідей упала нижче SLO» — симптом, його варто побачити завжди. «Кількість 429 зросла» — причина: сама по собі вона може не мати наслідків для користувача, fallback відпрацював — і будити через неї людину нечесно. Друге: розділяйте «прокинутися» і «подивитися вранці». Прокидатися варто лише через те, що зараз шкодить користувачам і потребує людини; усе інше — черга завдань. Якщо ця межа не проведена явно, вона проведеться сама — через вигорання й ігнорування. Третє: кожен алерт має інструкцію. Спрацював — що робити першим? Той, хто прийшов на чергування вперше, мусить зрозуміти. Це і є runbook, до якого ми дійдемо на останньому уроці. Типова помилка — алерт на кожну помилку: у недетермінованій системі на чужій інфраструктурі окремі 5xx і таймаути — нормальний фон. Алерт має спрацьовувати на відхилення від норми, витримане в часі, — інакше канал з десятьма повідомленнями щодня, жодної реакції, і справжній інцидент проїде незауваженим. І практична деталь, яка ламає метрики найчастіше: мітки. User_id чи текст запиту в метриці — вибух комбінацій: сховище роздувається, дашборди не відкриваються. Мітки — невелика кількість заздалегідь відомих значень: модель, маршрут, категорія помилки. Усе різноманітне живе в лозі.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опційне поглиблення тижня — воно ж опційна частина ДЗ тижня 5. «Error rate 6%» — це початок питання, а не відповідь. За цими шістьма відсотками можуть ховатися зовсім різні історії: 429 від провайдера — треба знижувати темп або міняти ліміти; timeout інструмента — винна зовнішня система; відмова guardrail'а — це взагалі не помилка, а робота захисту; збій БД — ваша інфраструктура. Різні причини — різні дії — різні відповідальні. Мінімум у нас уже є: поле status у лозі розрізняє 429, 503 і timeout. Дорослий рівень — явна таксономія: provider_429, tool_timeout, guardrail_refusal, db_error — окремі лічильники, окремі тренди, а на проді — окремі алерти з різними адресатами. І корисна дисципліна при проєктуванні таксономії: категорія має визначати дію. Якщо дві категорії ведуть до однієї дії — зливайте їх; якщо в одній категорії дві різні дії — діліть. Таксономія заради таблички нікому не потрібна.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Сьогоднішня консоль стоїть на одному лог-рядку — і цього достатньо, поки одне звернення користувача це один виклик моделі. Але ми знаємо з уроку 4, що так буває тільки на старті: у дорослому контурі одне звернення розгортається в ретрай, fallback, tool-виклик і повторний виклик моделі з результатом. Питання «що сталося з цим запитом» перетворюється з «покажи рядок» на «покажи послідовність». Термінологія запозичена з класичної спостережуваності. Трейс — усе, що сталося в межах одного звернення. Спан — один крок усередині нього: виклик моделі, виклик інструмента, перевірка guardrail — зі своїми початком, тривалістю і статусом. Спани складаються в дерево: у кожного є батько, тому видно не лише «що було», а й «що з чого виросло». Мінімальна версія не потребує жодної нової системи: до request_id — він і є ідентифікатор трейсу — додати два поля: step і attempt. Одразу стають можливі питання, на які раніше відповіді не було: скільки кроків у середньому потребує одне звернення, які кроки найдовші, скільки викликів було марними — спроби, що не дійшли до користувача. І принцип, який варто закласти відразу: ідентифікатор народжується на вході, передається у все, що ви кличете, і присутній у кожному рядку лога, включно з невдалими спробами. Дописати його потім — це переписати всі логи, які вже накопичилися. На платформі, яку я супроводжую, найдорожчі години розслідувань витрачалися саме там, де ланцюжок ідентифікаторів обривався — фонова обробка створювала «новий» контекст замість продовження попереднього. Формально всі логи були на місці; фактично неможливо було сказати, що з чим пов'язане. Полагодилося не інструментом, а домовленістю: ідентифікатор передається завжди, і жоден крок не має права почати новий.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нашому контурі відповідь приходить цілком, тому latency_ms однозначний. Щойно ви віддаєте токени потоком — а це перше, що просять продуктові команди, — метрики перестають бути однозначними, і краще знати про це заздалегідь, ніж переробляти лог. Перше: один час перетворюється на три. Час до першого токена — його й відчуває користувач; повний час генерації; і час до останнього байта. Мірити треба перший і третій; середній не означає нічого. Друге: помилка приїжджає посеред успіху. Стрім почався зі статусом 200, а обірвався на середині — з погляду HTTP усе гаразд, з погляду користувача відповідь зламана. У лозі потрібне окреме поле «стрім завершився нормально», інакше error rate брехатиме на вашу користь. Третє: кеш і guardrails ускладнюються. Кешувати можна лише повністю зібрану відповідь — а зібрати її треба на своєму боці. Вихідна перевірка або чекає кінця генерації, і тоді сенс стріму частково втрачається, або працює по частинах і мусить уміти обірвати вже початий потік. Практичний висновок для сьогодні один: поля latency_ms і status варто одразу мислити як «характеристику завершення відповіді», а не як «код HTTP». Тоді додати стрімінг буде розширенням лога, а не його переписуванням.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Спостережуваність спокушає логувати все: повний промпт, повну відповідь, увесь контекст — «раптом знадобиться». І це найпростіший спосіб перетворити лог на сховище персональних даних, до якого має доступ вся команда, яке потрапляє в бекапи й живе роками. Три правила. Перше: не пишіть повні тіла запитів і відповідей за замовчуванням. Ознак зазвичай достатньо: довжина, кількість токенів, finish_reason, чи спрацював guardrail, які інструменти викликалися — це відповідає на 90% операційних питань. Друге: якщо тіла таки потрібні для розбору якості — робіть це вибірково і з терміном життя: невеликий семпл, окреме сховище, автоматичне видалення. Саме такий семпл, до речі, стає золотим набором для eval'ів — наступний урок; тобто в цього рішення є друга, корисна причина. Третє: ніколи не логуйте секрети й ключі — і пам'ятайте, що вони потрапляють у логи не через Console.WriteLine з ключем, а через дампи запитів «для дебагу», трейси помилок і повні заголовки. І формулювання, яке варто мати в голові щоразу, коли додаєте нове поле в лог: усе, що ви залогували, ви тепер зобов'язані захищати. Лог — це не блокнот, це база даних із тим самим режимом доступу, що й інші ваші дані.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Помітили архітектурний хід? Спостережуваність у нас — розділ у самому продукті: ендпоінти сервісу поверх власного лога, консоль як вітрина. Жодного окремого Prometheus, жодної Grafana в обов'язковій доріжці. Це свідомо, і не лише з навчальних міркувань. Індустріальний стек метрик — чудова річ, коли у вас багато сервісів і команда, яка ним володіє. Але він не безкоштовний: інфраструктура, конфіги, ще одна система, яка може зламатись. А головне — він не додає даних: усе, що покаже дашборд, має спершу з'явитись у ваших логах і лічильниках. Налагодьте джерело — а вітрин може бути скільки завгодно: наша консоль сьогодні, /metrics для зовнішніх дашбордів — опційна тема фінального тижня. Ще одна дрібниця з практики, яка вирішує, чи взагалі буде що дивитися. На платформі, яку я супроводжую, нам довелося окремим рішенням підняти рівень логів життєвого циклу — «почав узгодження стану», «завершив», «зупинив останнього агента» — з debug до info. Причина проста: у проді debug вимкнений, тому найцінніші події існували в коді, але не існували в реальності — і кожне розслідування починалося з «а давайте задеплоїмо збірку з увімкненим debug». Ключові переходи стану — це не діагностика для розробника, це операційні дані; вони мусять бути видимі за замовчуванням. І лайфхак на щодень: звірка чесності даних за десять секунд. Цифра на плитці Requests мусить збігатися з SELECT count(*) за сьогодні. Якщо консоль показує одне, а SQL інше — у вас дві правди, і скоро ви перестанете вірити обом.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Послідовність така: спершу агрегати руками в psql — count, p95, error rate одним запитом, щоб побачити, що жодної магії немає. Потім GET /observability — ті самі цифри плюс cache-hit і fallback з лічильників, уже як ендпоінт. Далі консоль: усі шість плиток живі, з числами. І фінал — «детектив»: серія __fail_503, fallback і error rate ростуть, а користувач не бачить жодного 500 — тихий інцидент, який видно тільки в метриках. Навіщо це все: побачити, що моніторинг LLM-системи — це SQL по власному логу плюс кілька лічильників, а не окрема система; і навчитися впізнавати інцидент, якого не видно в жодному uptime. [Ведучому: ДО запису прогнати пре-рол трафіку — після down -v база порожня: 3–4 звичайні питання, 2 повтори того самого (кеш), 1–2 __fail_503, плюс 1–2 ескалації («поверніть гроші, терміново») — інакше плитка вартості покаже $0.0000: уся вартість на mock сидить у mock-strong, а today_usd округлюється до 4 знаків. На камері плитки вже живі — докидається лише серія збоїв для «детектива». Термінал і psql — збільшений шрифт.]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Крок перший: SQL руками. У psql написати запит: count, percentile_cont(0.95) по latency, частка не-200 за сьогодні. Спершу руками — щоб побачити, що жодної магії немає. Повна команда підключення: docker compose exec postgres psql -U llmops -d llmops — так само, як шукали свій перший запит на уроці 1. Крок другий: загорнути в ендпоінт. GET /observability — агрегати з БД плюс cache-hit % і fallback з лічильників сервісу. GET /providers — статус провайдерів: у штатному режимі «ok»; «degraded» після N поспіль збоїв fallback-ланцюга — core, або при відкритому circuit breaker — опційна доріжка; логіку розбирали у блоці 05. Крок третій: оживити консоль. Згенерувати трафік: звичайні питання, повтор того самого — кеш, __fail_503 — fallback. Усі шість плиток — з числами. І пройти по кожній: на яке операційне питання вона відповідає? Крок четвертий: детектив. Симулювати тиху деградацію: серія __fail_503 — fallback і error rate ростуть, без жодного 500 користувачу: урок 7 відпрацював. Проговоріть: як виглядав би цей самий інцидент на дашборді, де є тільки uptime? І опційний п'ятий: таксономія — розділити помилки за причинами: 429, timeout, guardrail, БД — і завести окремі лічильники. Це заготовка під опційну частину ДЗ тижня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моніторинг LLM-системи — це SQL по власному логу плюс кілька лічильників. Жодної нової системи, жодної магії: percentile_cont — штатна функція Postgres, а таблиця requests пишеться з першого уроку. Лог, закладений заздалегідь, сьогодні окупився повністю. Друге: усі шість плиток живі, і кожна відповідає на конкретне операційне питання — навантаження, гроші, хвіст латентності, частка збоїв, окупність кешу, життя на плані Б. Це і є момент, коли механізми чотирьох тижнів стають системою, якою керує оператор. Третє — найважливіше: ви бачили тихий інцидент. Серія збоїв, fallback і error rate ростуть — а користувач не отримав жодного 500, бо урок 7 відпрацював. На дашборді з самим лише uptime цього інциденту не існує. Саме заради цієї картинки й будувався весь сьогоднішній шар: інцидент видно в метриках, а не в скаргах.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розійтися — чесна перевірка обов'язкової доріжки, без оцінок. Чотири пункти. Перший: всі плитки консолі показують числа — і ви знаєте, звідки береться кожне: що з бази, що з лічильників у пам'яті, і чим ці джерела відрізняються. Другий: можете пояснити, чому p95, а не середнє. Якщо відповідь починається з «дев'ять запитів по триста мілісекунд і один на вісім секунд» — усе засвоєно. Третій: ви бачили інцидент — fallback росте, error rate росте — без жодної помилки назовні. Це головна картинка уроку: тихі інциденти видно тільки у власних метриках. І четвертий: розумієте, що додати в лог, якщо завтра спитають «а по тенантах?». Відповідь коротка — колонку, а не систему; і додати її треба сьогодні, бо колонка через місяць — це місяць даних, яких не буде. Де завагалися — туди і повертайтеся в матеріалі уроку. Питання —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П'ять способів звести нанівець сьогоднішній шар — усі перевірені чужими граблями. Моніторити лише uptime і latency: «у нас все зелене» — поки скарги не стануть четвертим виміром замість якості. Середні замість перцентилів: середнє ховає саме тих користувачів, які пишуть скарги, — ми бачили це на цифрах у блоці 03. Дашборд заради дашборда: плитка без операційного питання — шум, який привчає не дивитися; тест «сформулюй питання вголос» безжальний, застосовуйте його. Дивитись метрики лише під час інцидентів: тихі деградації видно тільки тому, хто бачив «норму» — тренд читається лише проти фону звички. І окрема система моніторингу до того, як налагоджені власні логи: вітрина без джерела показує порожнечу — красиво і безкорисно. Спершу лог і лічильники, потім будь-які дашборди.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Обов'язково до наступного уроку — без здачі. Перше: закріпити лабу — всі шість плиток живі і звірені з SQL: цифра на плитці збігається з запитом до бази. Друге: відтворити «детектива» — інцидент видно в метриках, користувач не бачить 500. І третє: сформулювати по одному операційному питанню на кожну плитку — своїми словами, не з конспекту: якщо питання не формулюється, ви знайшли плитку-прикрасу. Опційно — таксономія помилок: окремі лічильники за причинами — 429 провайдера, timeout інструмента, відмова guardrail. Це прямий місток до опційної частини ДЗ тижня. І про ДЗ тижня 5: воно об'єднує спостережуваність і evals. Сьогоднішні ендпоінти — вже у вас в руках; після наступного уроку додадуться власні eval-кейси в golden dataset — і тиждень здається одним PR. Критерії — у файлі ДЗ після наступного уроку.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Найнеприємніші інциденти LLM-систем — тихі: вони не дають жодного 5xx, тому спостережуваність тут — чотири виміри разом: доступність, latency, вартість і якість; дивитися лише на перші два — моніторити чужу половину системи. Джерело всього — один лог-рядок, закладений ще на першому уроці: він одночасно трейс, метрика і аудит, а розширюється спостережуваність новою колонкою, а не новою системою. Латентність міряємо перцентилями: середнє ховає саме тих, хто пише скарги, і пам'ятаємо — перцентилі не усереднюються. Кожна плитка консолі відповідає на конкретне операційне питання, і вітрина завжди звіряється з джерелом одним SELECT. А рамка «скільки — це нормально» — це SLI, SLO і бюджет помилок; правильний алерт складається з метрики, порога, тривалості й адресата. Наступний урок — golden dataset і eval runner: метрики кажуть «щось не так», eval'и скажуть «що саме». Перетворимо перевірку якості на повторюваний прогін — той самий, що на шостому тижні стане гейтом у CI і фізично не пустить погану версію промпта в main. До зустрічі.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LLM-систем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зелений, користувачі нещасні — ласкаво просимо у спостережуваність LLM. Сьогодні консоль оживає повністю: p95 і error rate з власного лога, cache-hit і fallback з лічильників, статус провайдерів — і вміння бачити інциденти, які не дають жодної помилки.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9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count, p95 і error rate одним SQL-запитом по власному логу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оживити GET /observability і GET /providers — усі шість плиток консолі з числами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пояснити, чому алерти й SLO — на p95, а не на середнє; чому перцентилі не усереднюються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відтворити тихий інцидент: fallback і error rate ростуть — без жодного 500 користувачу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сформулювати SLO для своєї системи і порахувати тижневий бюджет помилок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назвати, що додати в лог, коли завтра спитають «а по тенантах?»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Тихі інциденти; 4 виміри: доступність, latency, вартість, якість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Лог-рядок з уроку 1 = трейс + метрика + аудит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p95, не середнє: скарги живуть у хвості розподілу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Розтин /observability: SQL-агрегати + лічильники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/providers і шість плиток — кожна відповідає на питання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важливіший за снапшот: інциденти, що повзуть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SLI/SLO і бюджет помилок; дисципліна алертів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таксономія помилок — категорія визначає дію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 і спани; стрімінг на виріст; PII у лозі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Обзервабіліті в продукті; індустріальний стек — надбудова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SQL → ендпоінт → консоль → детектив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7208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21792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621792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20840" y="6016752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601675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298180" y="6016752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7" name="Text 44"/>
          <p:cNvSpPr/>
          <p:nvPr/>
        </p:nvSpPr>
        <p:spPr>
          <a:xfrm>
            <a:off x="8298180" y="6016752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720072" y="6016752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9" name="Text 46"/>
          <p:cNvSpPr/>
          <p:nvPr/>
        </p:nvSpPr>
        <p:spPr>
          <a:xfrm>
            <a:off x="9720072" y="601675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Тихі інциденти: все зелене — все погано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Інциденти без жодного 5xx: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5120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47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просіла після зміни промпта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5120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8620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×3 — хтось зламав ключ кешу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15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5120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7764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Трафік поповз на слабшу модель (fallback)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152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200, 200, 200…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виміри спостережуваності LLM: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1874520"/>
            <a:ext cx="272491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9632" y="19842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Доступність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99632" y="2295144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знайома кожному, хто працював з веб-сервісами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887968" y="1874520"/>
            <a:ext cx="272491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52560" y="19842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052560" y="2295144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знайома — але з довгим хвостом (блок 03)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035040" y="3246120"/>
            <a:ext cx="2724912" cy="1261872"/>
          </a:xfrm>
          <a:prstGeom prst="roundRect">
            <a:avLst>
              <a:gd name="adj" fmla="val 7246"/>
            </a:avLst>
          </a:prstGeom>
          <a:solidFill>
            <a:srgbClr val="ECEBFB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33558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199632" y="3666744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чим LLMOps відрізняється від просто Ops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887968" y="3246120"/>
            <a:ext cx="2724912" cy="1261872"/>
          </a:xfrm>
          <a:prstGeom prst="roundRect">
            <a:avLst>
              <a:gd name="adj" fmla="val 7246"/>
            </a:avLst>
          </a:prstGeom>
          <a:solidFill>
            <a:srgbClr val="ECEBFB"/>
          </a:solidFill>
          <a:ln/>
        </p:spPr>
      </p:sp>
      <p:sp>
        <p:nvSpPr>
          <p:cNvPr id="30" name="Text 27"/>
          <p:cNvSpPr/>
          <p:nvPr/>
        </p:nvSpPr>
        <p:spPr>
          <a:xfrm>
            <a:off x="9052560" y="33558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/ поведінка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052560" y="3666744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друга половина різниці — і найтихіша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CEBFB"/>
          </a:solidFill>
          <a:ln/>
        </p:spPr>
      </p:sp>
      <p:sp>
        <p:nvSpPr>
          <p:cNvPr id="33" name="Text 30"/>
          <p:cNvSpPr/>
          <p:nvPr/>
        </p:nvSpPr>
        <p:spPr>
          <a:xfrm>
            <a:off x="713232" y="48920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13232" y="5129784"/>
            <a:ext cx="1076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механізми чотирьох тижнів продукують цифри: роутер — розподіл моделей, облік — вартість, кеш — hit ratio, fallback — лічильник переходів. Сьогодні ці цифри вперше збираються в одному місці й стають тим, на що дивиться оператор. Курс переходить від «будуємо механізми» до «керуємо системою».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лог-рядок — джерело всього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728216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 · model · prompt_version · latency_ms · tokens · cost_usd · status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7157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302666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request_id відновлюється шлях запиту: яка модель, яка версія промпта, скільки тривало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260604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27157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302666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— перцентиль по latency_ms; error rate — частка не-200; вартість дня — сума cost_usd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260604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7157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302666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хто, коли, якою версією, з яким результатом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Ніякої магії: </a:t>
            </a:r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окремого «стека спостережуваності» для ядра — SQL по таблиці, яку ви й так пишете.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Лог, закладений заздалегідь, — різниця між «подивімось» і «почекаймо місяць», поки назбираються дані.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зріз = нова колонка, не нова система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Захочете зрізи по тенантах — додайте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tenant_id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лог-рядок у момент запиту; по фічах —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по операторах approvals — хто підтвердив.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9F3EE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78892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3232" y="3026664"/>
            <a:ext cx="50657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Колонка, записана в момент події, — майбутній GROUP BY, який коштує нуль. Колонка, про яку згадали через місяць, — місяць даних, яких уже не буде.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32588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Зріз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Груп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Агрегувати?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одиниці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72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версії промпта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десятки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72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тенанти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сотні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вже на межі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мільйони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 — лише для трейсів і аудиту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Записуйте детально — агрегуйте по осяжному.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і зріз — різні рішення: перше про можливість, друге про читабельність.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p95, не середнє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300 мс  +  1 × 8 с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≈ 1.1 с — «прийнятно». </a:t>
            </a:r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підтримку напише десятий.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Досвід найповільнішого користувача у середньому розчинився.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ECEBFB"/>
          </a:solidFill>
          <a:ln/>
        </p:spPr>
      </p:sp>
      <p:sp>
        <p:nvSpPr>
          <p:cNvPr id="13" name="Text 10"/>
          <p:cNvSpPr/>
          <p:nvPr/>
        </p:nvSpPr>
        <p:spPr>
          <a:xfrm>
            <a:off x="6428232" y="1709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28232" y="2020824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запитів швидші за цю цифру — чесна межа того, що бачить помітна частина користувачів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2560320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267004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28232" y="2980944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для найгіршого відсотка; latency генерації має довгий хвіст — у ньому живуть скарги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6118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9E9E8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7033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394106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на середню latency: вона згладить і сплеск таймаутів, і деградацію провайдера — ви дізнаєтесь зі скарг, а алерт не спрацює. Алерти й SLO — на перцентилі; середнє лишіть для звітів, у яких ніхто не шукає правди.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Перцентилі не можна усереднювати.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«Середнє з p95 за годину» — не p95 за день. Поки лог зберігає кожен запит, перцентиль за будь-яке вікно — один чесний запит до бази від сирих latency_ms.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Розтин: GET /observability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806440" cy="2331720"/>
          </a:xfrm>
          <a:prstGeom prst="roundRect">
            <a:avLst>
              <a:gd name="adj" fmla="val 4706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4041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COALESCE(percentile_cont(0.95)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WITHIN GROUP (ORDER BY latency_ms), 0),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COALESCE(AVG(CASE WHEN status &lt;&gt; '200'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1.0 ELSE 0 END) * 100, 0)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created_at::date = CURRENT_DATE;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7960" y="1554480"/>
            <a:ext cx="5074920" cy="2331720"/>
          </a:xfrm>
          <a:prstGeom prst="roundRect">
            <a:avLst>
              <a:gd name="adj" fmla="val 4706"/>
            </a:avLst>
          </a:prstGeom>
          <a:solidFill>
            <a:srgbClr val="14161C"/>
          </a:solidFill>
          <a:ln/>
        </p:spPr>
      </p:sp>
      <p:sp>
        <p:nvSpPr>
          <p:cNvPr id="12" name="Text 9"/>
          <p:cNvSpPr/>
          <p:nvPr/>
        </p:nvSpPr>
        <p:spPr>
          <a:xfrm>
            <a:off x="6739128" y="1682496"/>
            <a:ext cx="467258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Results.Json(new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p95_ms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(int)p95,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cache_hit_pct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total == 0 ? 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Math.Round(stats.CacheHits*100.0/total, 1),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error_rate_pct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Math.Round(errorRate, 1),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fallback_events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stats.Fallbacks,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4023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цифри одним проходом: запити, p95, % помилок.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— не косметика: на порожній таблиці агрегати дають NULL, і свіжий стек після down -v віддає 500 ще до першого запиту.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80060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CEBF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49103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бази: requests · p95 · error rate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" y="5221224"/>
            <a:ext cx="5065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переживають рестарт, історичні — по них можна дивитися тренд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480060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8F0E2"/>
          </a:solidFill>
          <a:ln/>
        </p:spPr>
      </p:sp>
      <p:sp>
        <p:nvSpPr>
          <p:cNvPr id="18" name="Text 15"/>
          <p:cNvSpPr/>
          <p:nvPr/>
        </p:nvSpPr>
        <p:spPr>
          <a:xfrm>
            <a:off x="6428232" y="49103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пам'яті: cache-hit · fallback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28232" y="5221224"/>
            <a:ext cx="5065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швидкі, але обнуляються з рестартом; кожен ребілд сервісу = рестарт. Хто хоче тренд — переселяє в базу (блок 06)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/providers: статус не має права брехати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прибитий цвяхом до «ok», — не спрощення, а брехня рівно в момент, коли на плитку дивляться.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9F3EE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1214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обов'язкова частина ДЗ тижня 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2432304"/>
            <a:ext cx="50657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 вже є: лічильник збоїв fallback-ланцюга з тижня 4. N поспіль збоїв → «degraded»; перший успішний виклик → «ok»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011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8F0E2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232" y="21214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Опційна доріжка — circuit breaker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28232" y="2432304"/>
            <a:ext cx="50657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зробив breaker — бере його готовий стан як джерело (так робить еталон): статус темніє, щойно breaker відкритий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9E9E8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1605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ПАСТКА КЕШУ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4398264"/>
            <a:ext cx="107624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 оновлюється лише на реальних викликах, а cache-hit у ланцюг не заходить: після інциденту плитка може показувати «down» як завгодно довго, поки трафік обслуговується з кешу. «Відпустило чи ні» перевіряйте питанням, якого немає в кеші.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Плитка — це відповідь на питання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Плитка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Операційне питання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Звідки цифра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яке навантаження зараз?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по лозі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Вартість сьогодні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скільки палимо і чи в бюджеті?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сума cost_usd (урок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бачать найневдаліші користувачі?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перцентиль по лозі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яка частка запитів ламається?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частка не-200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Cache-hit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 окупається кеш?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лічильники (урок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 живемо ми на плані Б?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лічильник (урок 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9F3EE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51206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13232" y="5358384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елемент дашборда має відповідати на конкретне операційне питання — інакше це прикраса. Тест: сформулюйте питання вголос; не формулюється — плитку геть. Дашборд, який «просто показує все», не читає ніхто.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важливіший за снапшот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росте щогодини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3328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модель деградує, а ви «не бачите» — відповіді ж ідуть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cache-hit падає тиждень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75104"/>
            <a:ext cx="3328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зламали ключ кешу правкою — або змінився профіль трафіку; обидва варті розслідування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544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поїхав у бік strong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75104"/>
            <a:ext cx="3328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 ескалацій більше, або роутер зламаний — і бюджет згорає вдвічі швидше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2461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3375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АНАТОМІЯ АЛЕРТУ — 4 ОБОВ'ЯЗКОВІ ЧАСТИНИ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3575304"/>
            <a:ext cx="10762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(error rate) + поріг (понад 5%) + тривалість (протягом 15 хвилин) + адресат (хто прокидається). Тривалість пропускають найчастіше: поріг каже «це погано», тривалість — «це не випадковість»; без неї алерт — генератор шуму. Формула знадобиться наступного тижня — у rollback-критеріїв та сама анатомія.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— той самий лог, згруповано по днях: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4161C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5248656"/>
            <a:ext cx="106893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created_at::date, count(*), SUM(cost_usd),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AVG(CASE WHEN status &lt;&gt; '200' THEN 1.0 ELSE 0 END)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requests GROUP BY 1 ORDER BY 1;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— це нормально: SLI, SLO, бюджет помилок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33284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показник, який ви міряєте: частка успішних відповідей, p95 latency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ECEBFB"/>
          </a:solidFill>
          <a:ln/>
        </p:spPr>
      </p:sp>
      <p:sp>
        <p:nvSpPr>
          <p:cNvPr id="13" name="Text 10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75104"/>
            <a:ext cx="33284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цільове значення, про яке домовилися: «99% успішних», «p95 ≤ 3 с». Не з техніки — з того, що ви готові обіцяти користувачу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54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E9F3EE"/>
          </a:solidFill>
          <a:ln/>
        </p:spPr>
      </p:sp>
      <p:sp>
        <p:nvSpPr>
          <p:cNvPr id="16" name="Text 13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помилок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75104"/>
            <a:ext cx="33284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99% → 1% невдач дозволено: 10 000 звернень/тиждень = 100 невдач. Витратили за 3 дні → решту тижня — стабільність, не фічі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61188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E9F3EE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7033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3941064"/>
            <a:ext cx="107624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— на те, що відчуває користувач, а не на те, що легко зміряти. «Uptime 99.9%» — марна обіцянка: сервіс живий і роздає заглушки. Робочий SLI — «частка звернень зі змістовною відповіддю» — ваш лог поки що не порахує: заглушка деградації пише той самий 503, що й реальний збій. Потрібна колонка-ознака деградації — рівно той випадок «новий зріз = нова колонка».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Третій SLI для LLM — частка відповідей, що пройшли перевірку якості: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технічно отримаєте наступного уроку разом з eval'ами. Без нього SLO описують транспорт, а не продукт.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— це прохання прокинутися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36192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" y="1764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25880" y="1536192"/>
            <a:ext cx="10104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Симптом, не причина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«частка успішних упала нижче SLO» — будити завжди; «429 зросло» — причина: fallback міг відпрацювати, будити нечесно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505456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9808" y="27340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25880" y="2505456"/>
            <a:ext cx="10104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«Прокинутися» ≠ «подивитися вранці»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будити — лише те, що зараз шкодить користувачам і потребує людини; решта — черга завдань. Межа не проведена явно → проведеться вигоранням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474720"/>
            <a:ext cx="1109167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" y="37033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3474720"/>
            <a:ext cx="10104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алерт має інструкцію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спрацював — що робити першим? Мусить зрозуміти навіть той, хто чергує вперше. Це runbook — останній урок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9E9E8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46177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3232" y="4855464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на кожну помилку. Окремі 5xx і таймаути — нормальний фон недетермінованої системи на чужій інфраструктурі. Спрацьовування — на відхилення від норми, витримане в часі («частка невдач вище порогу протягом 10 хвилин»), інакше — десять повідомлень щодня і жодної реакції.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Мітки — тільки осяжні: 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маршрут, категорія помилки. User_id і текст запиту живуть у лозі, не в метриках — інакше сховище метрик вибухає.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Таксономія помилок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4813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«Error rate 6%» — початок питання, а не відповідь.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уже є: status розрізняє 429/503/timeout. Дорослий рівень — явна таксономія з окремими лічильниками: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7823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Категорія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за нею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Дія / відповідальний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provider_429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 від провайдера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знижувати темп або міняти ліміти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A5B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tool_timeout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 інструмента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винна зовнішня система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72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guardrail_refusal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відмова guardrail'а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помилка, а робота захисту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db_error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збій БД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ваша інфраструктура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9F3EE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" y="48006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13232" y="5038344"/>
            <a:ext cx="1076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Категорія має визначати дію. Дві категорії ведуть до однієї дії — зливайте; в одній категорії дві різні дії — діліть. Окремі лічильники, окремі тренди, на проді — окремі алерти з різними адресатами. Таксономія заради таблички нікому не потрібна.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рядка до трейсу: коли request_id вже мало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дорослому контурі одне звернення = ретрай + fallback + tool-виклик + повторний виклик моделі. «Покажи рядок» стає «покажи послідовність».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ECEBFB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07568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238658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усе, що сталося в межах одного звернення; request_id — його ідентифікатор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31012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Спан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3232" y="36210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крок: виклик моделі / інструмента / guardrail — власні початок, тривалість, статус; спани складаються в дерево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1965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Мінімальна версія — у тій самій таблиці: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286000"/>
            <a:ext cx="5605272" cy="64008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</p:sp>
      <p:sp>
        <p:nvSpPr>
          <p:cNvPr id="18" name="Text 15"/>
          <p:cNvSpPr/>
          <p:nvPr/>
        </p:nvSpPr>
        <p:spPr>
          <a:xfrm>
            <a:off x="6236208" y="2414016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0" y="30632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кроків у середньому потребує одне звернення?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35040" y="34838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кроки найдовші?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35040" y="39044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викликів було марними — не дійшли до користувача?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262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9F3EE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46177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3232" y="485546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Ідентифікатор народжується на вході, передається у все, що ви кличете, і присутній у кожному рядку лога — включно з невдалими спробами. Дописати його потім — це переписати всі логи, які вже накопичилися.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зміниться, коли з'явиться стрімінг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Стрімінгу в контурі немає — але метрики краще проєктувати заздалегідь, ніж переробляти лог.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075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час → три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2386584"/>
            <a:ext cx="33284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першого токена (його відчуває користувач) · повний час генерації · до останнього байта. Мірити — перший і третій; середній не означає нічого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2075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посеред успіху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07992" y="2386584"/>
            <a:ext cx="33284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стрім почався з 200, обірвався на середині: для HTTP усе гаразд, для користувача — зламано. Потрібне поле «стрім завершився нормально», інакше error rate бреше на вашу користь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3816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2752" y="2075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і guardrails ускладнюються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02752" y="2386584"/>
            <a:ext cx="33284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кешувати можна лише повністю зібрану відповідь; вихідна перевірка — або чекає кінця (сенс стріму втрачається), або по частинах і вміє обірвати потік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CEBF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47091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ВИСНОВОК НА СЬОГОДНІ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3232" y="494690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latency_ms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мисліть як «характеристику завершення відповіді», а не «код HTTP» — тоді стрімінг стане розширенням лога, а не його переписуванням.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Чого не має бути в лозі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 тіла — не за замовчуванням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2020824"/>
            <a:ext cx="3328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 достатньо: довжина, токени, finish_reason, чи спрацював guardrail, які інструменти викликалися — 90% операційних питань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Тіла — семпл із терміном життя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2020824"/>
            <a:ext cx="3328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вибірково: невеликий семпл, окреме сховище, автоматичне видалення. Той самий семпл стає золотим набором для eval'ів (урок 10)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6002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9E9E8"/>
          </a:solidFill>
          <a:ln/>
        </p:spPr>
      </p:sp>
      <p:sp>
        <p:nvSpPr>
          <p:cNvPr id="16" name="Text 13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Секрети й ключі — ніколи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2020824"/>
            <a:ext cx="3328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течуть не через Console.WriteLine(key), а через дампи запитів «для дебагу», трейси помилок і повні заголовки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25196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9E9E8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434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Усе, що ви залогували, ви тепер зобов'язані захищати.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— не блокнот. Це база даних із тим самим режимом доступу, що й інші ваші дані: він потрапляє в бекапи і живе роками.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Обзервабіліті в продукті — чи індустріальний стек?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CEBF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хід: розділ у продукті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0657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ендпоінти сервісу поверх власного лога, консоль як вітрина. Жодного окремого Prometheus, жодної Grafana в обов'язковій доріжці — свідомо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Індустріальний стек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28232" y="1975104"/>
            <a:ext cx="50657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чудовий, коли багато сервісів і є команда, яка ним володіє. Але не безкоштовний: інфраструктура, конфіги, ще одна система, яка може зламатись. Головне — він не додає даних: усе спершу має з'явитись у ваших логах і лічильниках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Налагодьте джерело — вітрин може бути скільки завгодно: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сьогодні; /metrics для зовнішніх дашбордів — опційна тема фінального тижня.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6634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8F0E2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7548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 — ЗВІРКА ЧЕСНОСТІ ЗА 10 СЕКУНД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4992624"/>
            <a:ext cx="10762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Плитка Requests мусить збігатися з </a:t>
            </a:r>
            <a:pPr indent="0" marL="0">
              <a:buNone/>
            </a:pPr>
            <a:r>
              <a:rPr lang="en-US" sz="105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requests WHERE created_at::date = CURRENT_DATE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Консоль показує одне, SQL інше — у вас дві правди, і скоро ви не віритимете обом. Звіряйте вітрину з джерелом після кожної зміни агрегатів.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psql-агрегати руками: count, p95, error rate — одним запитом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39572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/observability: ті самі цифри + cache-hit і fallback з лічильників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31729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консоль: усі шість плиток живі, з числами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9502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«детектив»: серія __fail_503 — fallback і error rate ростуть, користувач не бачить 500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818120" y="1691640"/>
            <a:ext cx="3822192" cy="2926080"/>
          </a:xfrm>
          <a:prstGeom prst="roundRect">
            <a:avLst>
              <a:gd name="adj" fmla="val 3125"/>
            </a:avLst>
          </a:prstGeom>
          <a:solidFill>
            <a:srgbClr val="ECEBFB"/>
          </a:solidFill>
          <a:ln/>
        </p:spPr>
      </p:sp>
      <p:sp>
        <p:nvSpPr>
          <p:cNvPr id="20" name="Text 17"/>
          <p:cNvSpPr/>
          <p:nvPr/>
        </p:nvSpPr>
        <p:spPr>
          <a:xfrm>
            <a:off x="7982712" y="178308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982712" y="2020824"/>
            <a:ext cx="349300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Побачити, що моніторинг LLM-системи — це SQL по власному логу плюс кілька лічильників, а не окрема система. І навчитися впізнавати тихий інцидент — той, якого не видно в жодному uptime.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Жодної магії: та сама таблиця requests, яку ви пишете з першого уроку.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консоль оживає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361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63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руками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percentile_cont(0.95), частка не-200 за сьогодні — спершу в psql, щоб побачити: магії немає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Загорнути в ендпоінт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/observability: агрегати з БД + cache-hit % і fallback з лічильників; GET /providers: «ok» / «degraded» (блок 05)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3649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291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Оживити консоль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трафік: звичайні питання, повтор (кеш), __fail_503 (fallback) → усі 6 плиток з числами; на яке питання відповідає кожна?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2793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206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Детектив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серія __fail_503 → fallback і error rate ростуть — без жодного 500 користувачу; а як це виглядало б на дашборді з самим uptime?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93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Таксономія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розділити помилки за причинами (429 / timeout / guardrail / БД), окремі лічильники — заготовка під опційну частину ДЗ тижня 5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9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Моніторинг = SQL по логу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percentile_cont — штатна функція Postgres; жодної нової системи. Лог з уроку 1 окупився повністю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плиток = шість питань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навантаження, гроші, хвіст латентності, збої, окупність кешу, план Б — механізми 4 тижнів стали системою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9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Тихий інцидент видно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fallback↑ і error rate↑ без жодного 500 користувачу; на дашборді з самим uptime цього інциденту не існує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519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перейшов від «будуємо механізми» до «керуємо системою».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Цифри роутера, обліку, кешу і fallback зібрались в одному місці — і стали тим, на що дивиться оператор. Інцидент тепер видно в метриках, а не в скаргах.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плитки консолі показують числа — і я знаю, звідки береться кожне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пояснити, чому p95, а не середнє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бачив інцидент (fallback↑, error rate↑) без жодної помилки назовні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розумію, що додати в лог, якщо завтра спитають «а по тенантах?»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28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55448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Моніторити лише uptime і latency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«у нас все зелене» — поки скарги не стануть четвертим виміром замість якості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15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45059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 замість перцентилів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середнє ховає саме тих користувачів, які пишуть скарги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34670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заради дашборда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плитка без операційного питання — шум, який привчає не дивитися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07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242816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Дивитись метрики лише під час інцидентів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тихі деградації видно тільки тому, хто бачив «норму»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03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88720" y="5138928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Окрема система моніторингу до налагоджених логів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вітрина без джерела показує порожнечу — красиво і безкорисно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709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Обов'язково — до наступного уроку (без здачі)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закріпити лабу: всі шість плиток живі, звірені з SQL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відтворити «детектива»: інцидент видно в метриках, користувач не бачить 500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62102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сформулювати по одному операційному питанню на кожну плитку — своїми словами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1709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9224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таксономія помилок: окремі лічильники за причинами (429 провайдера, timeout інструмента, відмова guardrail)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983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5 — після наступного уроку: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об'єднує спостережуваність і evals. Сьогоднішні ендпоінти — вже у вас в руках; після наступного уроку додадуться власні eval-кейси в golden dataset — і тиждень здається одним PR. Критерії — у файлі ДЗ після наступного уроку.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тихі інциденти не дають 5xx: спостережуваність LLM — чотири виміри разом: доступність, latency, вартість, якість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 всього — лог-рядок з уроку 1: трейс + метрика + аудит; новий зріз = нова колонка, не нова система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p95, не середнє: скарги живуть у хвості розподілу, а перцентилі не можна усереднювати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плитка відповідає на операційне питання; вітрина звіряється з джерелом одним SELECT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— домовленість, бюджет помилок — ресурс; алерт = метрика + поріг + тривалість + адресат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Урок 10 · Golden dataset і eval suite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кажуть «щось не так». Наступний урок — інструмент, який каже «що саме»: golden dataset і eval runner. Перевірка якості перетворюється з «клацнути очима по чату» на повторюваний прогін — той самий, що на тижні 6 стане гейтом у CI і фізично не пустить погану версію промпта в main.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9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9 · Observability для LLM-систем</dc:title>
  <dc:subject>PptxGenJS Presentation</dc:subject>
  <dc:creator>LLMOps Bootcamp</dc:creator>
  <cp:lastModifiedBy>LLMOps Bootcamp</cp:lastModifiedBy>
  <cp:revision>1</cp:revision>
  <dcterms:created xsi:type="dcterms:W3CDTF">2026-08-08T17:10:04Z</dcterms:created>
  <dcterms:modified xsi:type="dcterms:W3CDTF">2026-08-08T17:10:04Z</dcterms:modified>
</cp:coreProperties>
</file>